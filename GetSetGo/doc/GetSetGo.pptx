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B9346D-9B4F-4393-9AB7-E91FE01D74FB}" type="doc">
      <dgm:prSet loTypeId="urn:microsoft.com/office/officeart/2005/8/layout/hierarchy6" loCatId="hierarchy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UM"/>
        </a:p>
      </dgm:t>
    </dgm:pt>
    <dgm:pt modelId="{D365F921-1506-40AD-8E6E-7A6FB2718247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GetSetGo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1B019988-7EC0-441B-B13C-245F772E9F71}" type="parTrans" cxnId="{93FEC4B4-DBD3-4E2A-9E61-663E6A448CE5}">
      <dgm:prSet/>
      <dgm:spPr/>
      <dgm:t>
        <a:bodyPr/>
        <a:lstStyle/>
        <a:p>
          <a:endParaRPr lang="en-UM"/>
        </a:p>
      </dgm:t>
    </dgm:pt>
    <dgm:pt modelId="{2DCEDCE1-F609-4B64-BA53-B134BE582CDA}" type="sibTrans" cxnId="{93FEC4B4-DBD3-4E2A-9E61-663E6A448CE5}">
      <dgm:prSet/>
      <dgm:spPr/>
      <dgm:t>
        <a:bodyPr/>
        <a:lstStyle/>
        <a:p>
          <a:endParaRPr lang="en-UM"/>
        </a:p>
      </dgm:t>
    </dgm:pt>
    <dgm:pt modelId="{2EC5791D-B9AA-4CFF-85B6-4FBB7AF9236A}">
      <dgm:prSet phldrT="[Text]" custT="1"/>
      <dgm:spPr/>
      <dgm:t>
        <a:bodyPr/>
        <a:lstStyle/>
        <a:p>
          <a:r>
            <a:rPr lang="en-US" sz="1000" dirty="0"/>
            <a:t>Device</a:t>
          </a:r>
          <a:endParaRPr lang="en-UM" sz="1000" dirty="0"/>
        </a:p>
      </dgm:t>
    </dgm:pt>
    <dgm:pt modelId="{062D6D2D-C322-4948-86B7-AC311238BB5A}" type="parTrans" cxnId="{B9B94F7A-567F-40B4-931D-8A3192408DAF}">
      <dgm:prSet/>
      <dgm:spPr/>
      <dgm:t>
        <a:bodyPr/>
        <a:lstStyle/>
        <a:p>
          <a:endParaRPr lang="en-UM"/>
        </a:p>
      </dgm:t>
    </dgm:pt>
    <dgm:pt modelId="{6DD33DC5-200D-411C-ACBB-275B72003A67}" type="sibTrans" cxnId="{B9B94F7A-567F-40B4-931D-8A3192408DAF}">
      <dgm:prSet/>
      <dgm:spPr/>
      <dgm:t>
        <a:bodyPr/>
        <a:lstStyle/>
        <a:p>
          <a:endParaRPr lang="en-UM"/>
        </a:p>
      </dgm:t>
    </dgm:pt>
    <dgm:pt modelId="{1BCAFC28-9822-4B0A-B3C4-AD8B8F32BD36}">
      <dgm:prSet phldrT="[Text]" custT="1"/>
      <dgm:spPr/>
      <dgm:t>
        <a:bodyPr/>
        <a:lstStyle/>
        <a:p>
          <a:r>
            <a:rPr lang="en-US" sz="1000" dirty="0"/>
            <a:t>LCD1602</a:t>
          </a:r>
          <a:endParaRPr lang="en-UM" sz="1000" dirty="0"/>
        </a:p>
      </dgm:t>
    </dgm:pt>
    <dgm:pt modelId="{D8040807-D8A1-4093-9F68-8DCC8B81AEAF}" type="parTrans" cxnId="{3AF851A5-CC20-4F95-A751-AB00492E483E}">
      <dgm:prSet/>
      <dgm:spPr/>
      <dgm:t>
        <a:bodyPr/>
        <a:lstStyle/>
        <a:p>
          <a:endParaRPr lang="en-UM"/>
        </a:p>
      </dgm:t>
    </dgm:pt>
    <dgm:pt modelId="{EAF2C4C2-9100-4713-AC10-1EE0E88944D8}" type="sibTrans" cxnId="{3AF851A5-CC20-4F95-A751-AB00492E483E}">
      <dgm:prSet/>
      <dgm:spPr/>
      <dgm:t>
        <a:bodyPr/>
        <a:lstStyle/>
        <a:p>
          <a:endParaRPr lang="en-UM"/>
        </a:p>
      </dgm:t>
    </dgm:pt>
    <dgm:pt modelId="{5EF58F36-FD3C-4DB4-A392-3760737AE1D4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HAL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8020D552-A2F3-4D88-A6A0-27FB67668287}" type="parTrans" cxnId="{13C16DEE-9951-45AC-8A4B-F03AED579603}">
      <dgm:prSet/>
      <dgm:spPr/>
      <dgm:t>
        <a:bodyPr/>
        <a:lstStyle/>
        <a:p>
          <a:endParaRPr lang="en-UM"/>
        </a:p>
      </dgm:t>
    </dgm:pt>
    <dgm:pt modelId="{C6DFE6EF-6716-4CE4-B161-482C1FB85BC9}" type="sibTrans" cxnId="{13C16DEE-9951-45AC-8A4B-F03AED579603}">
      <dgm:prSet/>
      <dgm:spPr/>
      <dgm:t>
        <a:bodyPr/>
        <a:lstStyle/>
        <a:p>
          <a:endParaRPr lang="en-UM"/>
        </a:p>
      </dgm:t>
    </dgm:pt>
    <dgm:pt modelId="{756F4C42-3342-4D53-81B7-8161C5D1995E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Middleware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678A6F1C-A0B2-4163-A3A8-5332B6036F6F}" type="parTrans" cxnId="{71FF2003-B125-46D9-9E0F-9115F5894D18}">
      <dgm:prSet/>
      <dgm:spPr/>
      <dgm:t>
        <a:bodyPr/>
        <a:lstStyle/>
        <a:p>
          <a:endParaRPr lang="en-UM"/>
        </a:p>
      </dgm:t>
    </dgm:pt>
    <dgm:pt modelId="{BE6C5239-4641-4639-A0BD-7B6B967C895F}" type="sibTrans" cxnId="{71FF2003-B125-46D9-9E0F-9115F5894D18}">
      <dgm:prSet/>
      <dgm:spPr/>
      <dgm:t>
        <a:bodyPr/>
        <a:lstStyle/>
        <a:p>
          <a:endParaRPr lang="en-UM"/>
        </a:p>
      </dgm:t>
    </dgm:pt>
    <dgm:pt modelId="{285CDA10-E594-4B45-87ED-E4BC8D1AB7AF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Serial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55C1C2C0-5079-47CE-A7FA-7F4E786CBBAB}" type="parTrans" cxnId="{5BA4D6F6-9721-46E8-AD74-DEEAD0F6CE24}">
      <dgm:prSet/>
      <dgm:spPr/>
      <dgm:t>
        <a:bodyPr/>
        <a:lstStyle/>
        <a:p>
          <a:endParaRPr lang="en-UM"/>
        </a:p>
      </dgm:t>
    </dgm:pt>
    <dgm:pt modelId="{63706267-A387-411C-9EB9-44532928E5D9}" type="sibTrans" cxnId="{5BA4D6F6-9721-46E8-AD74-DEEAD0F6CE24}">
      <dgm:prSet/>
      <dgm:spPr/>
      <dgm:t>
        <a:bodyPr/>
        <a:lstStyle/>
        <a:p>
          <a:endParaRPr lang="en-UM"/>
        </a:p>
      </dgm:t>
    </dgm:pt>
    <dgm:pt modelId="{32FA5B5C-657B-490E-9A85-F00C350C7795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Portal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D0FC7FE6-AA39-441E-A75F-0FD6B5874714}" type="parTrans" cxnId="{099F60C7-4FF0-40B0-8606-378119E177FA}">
      <dgm:prSet/>
      <dgm:spPr/>
      <dgm:t>
        <a:bodyPr/>
        <a:lstStyle/>
        <a:p>
          <a:endParaRPr lang="en-UM"/>
        </a:p>
      </dgm:t>
    </dgm:pt>
    <dgm:pt modelId="{DD48FC2D-4079-42E4-9A0E-D26FBF4327DB}" type="sibTrans" cxnId="{099F60C7-4FF0-40B0-8606-378119E177FA}">
      <dgm:prSet/>
      <dgm:spPr/>
      <dgm:t>
        <a:bodyPr/>
        <a:lstStyle/>
        <a:p>
          <a:endParaRPr lang="en-UM"/>
        </a:p>
      </dgm:t>
    </dgm:pt>
    <dgm:pt modelId="{5DD0A338-3341-4D3F-90F6-8C14D37D3A9A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Debug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059E5DBC-6972-4E3D-A4B0-34ACF07E93D6}" type="parTrans" cxnId="{3CE8585D-D3AF-4B4F-B9BC-FD64AA49E437}">
      <dgm:prSet/>
      <dgm:spPr/>
      <dgm:t>
        <a:bodyPr/>
        <a:lstStyle/>
        <a:p>
          <a:endParaRPr lang="en-UM"/>
        </a:p>
      </dgm:t>
    </dgm:pt>
    <dgm:pt modelId="{399AE3D7-44D2-47C7-8A73-246469FBBBCE}" type="sibTrans" cxnId="{3CE8585D-D3AF-4B4F-B9BC-FD64AA49E437}">
      <dgm:prSet/>
      <dgm:spPr/>
      <dgm:t>
        <a:bodyPr/>
        <a:lstStyle/>
        <a:p>
          <a:endParaRPr lang="en-UM"/>
        </a:p>
      </dgm:t>
    </dgm:pt>
    <dgm:pt modelId="{096999ED-1202-4F39-8DF1-EF7531B83928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Fault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9F45FAD7-05A1-42D0-8CD5-105119AF3A6D}" type="parTrans" cxnId="{3F75FD3B-375F-4857-AEC6-052AE98144AC}">
      <dgm:prSet/>
      <dgm:spPr/>
      <dgm:t>
        <a:bodyPr/>
        <a:lstStyle/>
        <a:p>
          <a:endParaRPr lang="en-UM"/>
        </a:p>
      </dgm:t>
    </dgm:pt>
    <dgm:pt modelId="{B8121465-2692-409E-970E-5A451ECC8F2B}" type="sibTrans" cxnId="{3F75FD3B-375F-4857-AEC6-052AE98144AC}">
      <dgm:prSet/>
      <dgm:spPr/>
      <dgm:t>
        <a:bodyPr/>
        <a:lstStyle/>
        <a:p>
          <a:endParaRPr lang="en-UM"/>
        </a:p>
      </dgm:t>
    </dgm:pt>
    <dgm:pt modelId="{2DCD2EE2-A902-441A-B18B-1CD4BA0381CA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Storage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D9CD0D21-14CF-439B-A081-522E206ECC4E}" type="parTrans" cxnId="{D46B1ED6-5C37-4CA6-9915-E38A54BD8F01}">
      <dgm:prSet/>
      <dgm:spPr/>
      <dgm:t>
        <a:bodyPr/>
        <a:lstStyle/>
        <a:p>
          <a:endParaRPr lang="en-UM"/>
        </a:p>
      </dgm:t>
    </dgm:pt>
    <dgm:pt modelId="{8AECA606-8D4E-41D3-A9DF-03B0EC5E88A0}" type="sibTrans" cxnId="{D46B1ED6-5C37-4CA6-9915-E38A54BD8F01}">
      <dgm:prSet/>
      <dgm:spPr/>
      <dgm:t>
        <a:bodyPr/>
        <a:lstStyle/>
        <a:p>
          <a:endParaRPr lang="en-UM"/>
        </a:p>
      </dgm:t>
    </dgm:pt>
    <dgm:pt modelId="{83868C8B-CBE3-4C0B-8D3E-49556563C016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Drivers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BEEF6824-4274-4F54-AAA0-6EF945E1FA3D}" type="parTrans" cxnId="{C8C6F9B1-5894-4764-A23C-85E4B128F16E}">
      <dgm:prSet/>
      <dgm:spPr/>
      <dgm:t>
        <a:bodyPr/>
        <a:lstStyle/>
        <a:p>
          <a:endParaRPr lang="en-UM"/>
        </a:p>
      </dgm:t>
    </dgm:pt>
    <dgm:pt modelId="{36402B97-FEF0-4DB3-8EC1-A8FCFA54C2DF}" type="sibTrans" cxnId="{C8C6F9B1-5894-4764-A23C-85E4B128F16E}">
      <dgm:prSet/>
      <dgm:spPr/>
      <dgm:t>
        <a:bodyPr/>
        <a:lstStyle/>
        <a:p>
          <a:endParaRPr lang="en-UM"/>
        </a:p>
      </dgm:t>
    </dgm:pt>
    <dgm:pt modelId="{BC04A4AC-0685-488A-BB24-9DC2E8A7D6C8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MCU Wrappers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88740C4D-9C45-41A6-B521-CB1BB5C2A7D3}" type="parTrans" cxnId="{AC5BAB40-165C-455B-97DF-602DF0AC8F68}">
      <dgm:prSet/>
      <dgm:spPr/>
      <dgm:t>
        <a:bodyPr/>
        <a:lstStyle/>
        <a:p>
          <a:endParaRPr lang="en-UM"/>
        </a:p>
      </dgm:t>
    </dgm:pt>
    <dgm:pt modelId="{56C1C11D-D0EE-4C93-984F-7C0B9F7F2855}" type="sibTrans" cxnId="{AC5BAB40-165C-455B-97DF-602DF0AC8F68}">
      <dgm:prSet/>
      <dgm:spPr/>
      <dgm:t>
        <a:bodyPr/>
        <a:lstStyle/>
        <a:p>
          <a:endParaRPr lang="en-UM"/>
        </a:p>
      </dgm:t>
    </dgm:pt>
    <dgm:pt modelId="{569135D8-2834-4622-B4CC-FFFBBD6158A2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Core.h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643B64DA-F047-408D-835D-1E3A7A4AE3E5}" type="parTrans" cxnId="{D46D331F-F038-46FC-86E1-752790A318F2}">
      <dgm:prSet/>
      <dgm:spPr/>
      <dgm:t>
        <a:bodyPr/>
        <a:lstStyle/>
        <a:p>
          <a:endParaRPr lang="en-UM"/>
        </a:p>
      </dgm:t>
    </dgm:pt>
    <dgm:pt modelId="{98C46CBC-9555-4798-92C6-E997A4EBD8A5}" type="sibTrans" cxnId="{D46D331F-F038-46FC-86E1-752790A318F2}">
      <dgm:prSet/>
      <dgm:spPr/>
      <dgm:t>
        <a:bodyPr/>
        <a:lstStyle/>
        <a:p>
          <a:endParaRPr lang="en-UM"/>
        </a:p>
      </dgm:t>
    </dgm:pt>
    <dgm:pt modelId="{F850BF39-159D-459E-AB6B-D1B355331DCD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Config.h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C00B28F3-7324-468E-85D6-710A096E5123}" type="parTrans" cxnId="{CBB1D879-899E-4C2C-93C5-7FD9A12C1F5D}">
      <dgm:prSet/>
      <dgm:spPr/>
      <dgm:t>
        <a:bodyPr/>
        <a:lstStyle/>
        <a:p>
          <a:endParaRPr lang="en-UM"/>
        </a:p>
      </dgm:t>
    </dgm:pt>
    <dgm:pt modelId="{3EBFC426-9A0B-4F05-A2D8-6201D2634DC1}" type="sibTrans" cxnId="{CBB1D879-899E-4C2C-93C5-7FD9A12C1F5D}">
      <dgm:prSet/>
      <dgm:spPr/>
      <dgm:t>
        <a:bodyPr/>
        <a:lstStyle/>
        <a:p>
          <a:endParaRPr lang="en-UM"/>
        </a:p>
      </dgm:t>
    </dgm:pt>
    <dgm:pt modelId="{0DC8E7F0-EC0A-41ED-A729-AED283F2C515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MCU </a:t>
          </a: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Assets.h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61F6ADBB-C170-4399-B684-494FB702C547}" type="parTrans" cxnId="{B97A6ECC-6456-4D59-9F4A-10EA7F7A8B5D}">
      <dgm:prSet/>
      <dgm:spPr/>
      <dgm:t>
        <a:bodyPr/>
        <a:lstStyle/>
        <a:p>
          <a:endParaRPr lang="en-UM"/>
        </a:p>
      </dgm:t>
    </dgm:pt>
    <dgm:pt modelId="{F78F06E0-EA47-4FEE-A137-6F66639F6500}" type="sibTrans" cxnId="{B97A6ECC-6456-4D59-9F4A-10EA7F7A8B5D}">
      <dgm:prSet/>
      <dgm:spPr/>
      <dgm:t>
        <a:bodyPr/>
        <a:lstStyle/>
        <a:p>
          <a:endParaRPr lang="en-UM"/>
        </a:p>
      </dgm:t>
    </dgm:pt>
    <dgm:pt modelId="{E624D4B3-59E9-4A8E-9CD3-A9EC8E82D25E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GPIO.h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F4A8F8F5-72D6-472F-A96E-D6DDAB9A09C7}" type="parTrans" cxnId="{1A0B24B5-2F75-4DE4-9ED3-73234A076219}">
      <dgm:prSet/>
      <dgm:spPr/>
      <dgm:t>
        <a:bodyPr/>
        <a:lstStyle/>
        <a:p>
          <a:endParaRPr lang="en-UM"/>
        </a:p>
      </dgm:t>
    </dgm:pt>
    <dgm:pt modelId="{0DC460D6-A1F2-41C3-8B68-54F549A08BB3}" type="sibTrans" cxnId="{1A0B24B5-2F75-4DE4-9ED3-73234A076219}">
      <dgm:prSet/>
      <dgm:spPr/>
      <dgm:t>
        <a:bodyPr/>
        <a:lstStyle/>
        <a:p>
          <a:endParaRPr lang="en-UM"/>
        </a:p>
      </dgm:t>
    </dgm:pt>
    <dgm:pt modelId="{427C1DBF-81AB-4A48-9FDC-D24481FB6E45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UART.h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BAC08257-EEA0-4059-BA2F-5A6E9240E6D4}" type="parTrans" cxnId="{314B2A3A-9C6E-494A-B584-FE73DB6F3F39}">
      <dgm:prSet/>
      <dgm:spPr/>
      <dgm:t>
        <a:bodyPr/>
        <a:lstStyle/>
        <a:p>
          <a:endParaRPr lang="en-UM"/>
        </a:p>
      </dgm:t>
    </dgm:pt>
    <dgm:pt modelId="{CC2E9A14-9437-4E20-ADA8-4DCD40149D7E}" type="sibTrans" cxnId="{314B2A3A-9C6E-494A-B584-FE73DB6F3F39}">
      <dgm:prSet/>
      <dgm:spPr/>
      <dgm:t>
        <a:bodyPr/>
        <a:lstStyle/>
        <a:p>
          <a:endParaRPr lang="en-UM"/>
        </a:p>
      </dgm:t>
    </dgm:pt>
    <dgm:pt modelId="{72EC52C4-D99C-43FD-88E9-C7EB98880F5C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Timer.h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C40D9541-B43A-499B-95C3-8454083B1714}" type="parTrans" cxnId="{C8B59520-9218-45BA-94B1-BC5AF3D37915}">
      <dgm:prSet/>
      <dgm:spPr/>
      <dgm:t>
        <a:bodyPr/>
        <a:lstStyle/>
        <a:p>
          <a:endParaRPr lang="en-UM"/>
        </a:p>
      </dgm:t>
    </dgm:pt>
    <dgm:pt modelId="{3B56924E-49C8-4CD2-98E5-E5CF60D12AB6}" type="sibTrans" cxnId="{C8B59520-9218-45BA-94B1-BC5AF3D37915}">
      <dgm:prSet/>
      <dgm:spPr/>
      <dgm:t>
        <a:bodyPr/>
        <a:lstStyle/>
        <a:p>
          <a:endParaRPr lang="en-UM"/>
        </a:p>
      </dgm:t>
    </dgm:pt>
    <dgm:pt modelId="{D56B71EE-F40D-4D5D-91B9-8161355478C5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SPI.h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BD21B6EA-8264-41C3-BA18-9981CCDC9BE9}" type="parTrans" cxnId="{EF7EAC8E-BE58-4E8B-9F86-ECB4AA2FFF53}">
      <dgm:prSet/>
      <dgm:spPr/>
      <dgm:t>
        <a:bodyPr/>
        <a:lstStyle/>
        <a:p>
          <a:endParaRPr lang="en-UM"/>
        </a:p>
      </dgm:t>
    </dgm:pt>
    <dgm:pt modelId="{776F18D3-74B6-4D14-8D04-8222A75B018B}" type="sibTrans" cxnId="{EF7EAC8E-BE58-4E8B-9F86-ECB4AA2FFF53}">
      <dgm:prSet/>
      <dgm:spPr/>
      <dgm:t>
        <a:bodyPr/>
        <a:lstStyle/>
        <a:p>
          <a:endParaRPr lang="en-UM"/>
        </a:p>
      </dgm:t>
    </dgm:pt>
    <dgm:pt modelId="{09B0A7C9-A5C5-4692-8A0A-F9B9188ED79B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5250" tIns="95250" rIns="95250" bIns="95250" numCol="1" spcCol="1270" anchor="ctr" anchorCtr="0"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I2C.h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7ACFC493-70B1-4205-84E4-03D2A1C01E7C}" type="parTrans" cxnId="{99ECBEAD-D015-43CA-83B2-874E51BEAE5D}">
      <dgm:prSet/>
      <dgm:spPr/>
      <dgm:t>
        <a:bodyPr/>
        <a:lstStyle/>
        <a:p>
          <a:endParaRPr lang="en-UM"/>
        </a:p>
      </dgm:t>
    </dgm:pt>
    <dgm:pt modelId="{BD7A63E6-81F0-490C-9A05-95B6558C8805}" type="sibTrans" cxnId="{99ECBEAD-D015-43CA-83B2-874E51BEAE5D}">
      <dgm:prSet/>
      <dgm:spPr/>
      <dgm:t>
        <a:bodyPr/>
        <a:lstStyle/>
        <a:p>
          <a:endParaRPr lang="en-UM"/>
        </a:p>
      </dgm:t>
    </dgm:pt>
    <dgm:pt modelId="{7D0837BD-1041-485D-96E7-50A7F4610E94}">
      <dgm:prSet phldrT="[Text]" custT="1"/>
      <dgm:spPr/>
      <dgm:t>
        <a:bodyPr/>
        <a:lstStyle/>
        <a:p>
          <a:r>
            <a:rPr lang="en-US" sz="1000" dirty="0"/>
            <a:t>LCD12864</a:t>
          </a:r>
          <a:endParaRPr lang="en-UM" sz="1000" dirty="0"/>
        </a:p>
      </dgm:t>
    </dgm:pt>
    <dgm:pt modelId="{4E2D6534-3EDF-4ED6-BC06-FB290EDC9D26}" type="parTrans" cxnId="{B4A46AC6-F626-467E-9E44-A12FB021D05D}">
      <dgm:prSet/>
      <dgm:spPr/>
      <dgm:t>
        <a:bodyPr/>
        <a:lstStyle/>
        <a:p>
          <a:endParaRPr lang="en-UM"/>
        </a:p>
      </dgm:t>
    </dgm:pt>
    <dgm:pt modelId="{2DC738B6-906A-4B1B-AF81-DDE8BFDB1135}" type="sibTrans" cxnId="{B4A46AC6-F626-467E-9E44-A12FB021D05D}">
      <dgm:prSet/>
      <dgm:spPr/>
      <dgm:t>
        <a:bodyPr/>
        <a:lstStyle/>
        <a:p>
          <a:endParaRPr lang="en-UM"/>
        </a:p>
      </dgm:t>
    </dgm:pt>
    <dgm:pt modelId="{8BB553B8-5356-47F3-ADBA-985320A55AD9}">
      <dgm:prSet phldrT="[Text]" custT="1"/>
      <dgm:spPr/>
      <dgm:t>
        <a:bodyPr/>
        <a:lstStyle/>
        <a:p>
          <a:r>
            <a:rPr lang="en-US" sz="1000" dirty="0"/>
            <a:t>RGB TFT</a:t>
          </a:r>
          <a:endParaRPr lang="en-UM" sz="1000" dirty="0"/>
        </a:p>
      </dgm:t>
    </dgm:pt>
    <dgm:pt modelId="{35C6EA55-FABA-4B7C-8AC8-B435AF91926B}" type="parTrans" cxnId="{FFB26C4B-EBB0-431A-BFF9-A34BC623EA35}">
      <dgm:prSet/>
      <dgm:spPr/>
      <dgm:t>
        <a:bodyPr/>
        <a:lstStyle/>
        <a:p>
          <a:endParaRPr lang="en-UM"/>
        </a:p>
      </dgm:t>
    </dgm:pt>
    <dgm:pt modelId="{B642CF9D-A192-44CD-9E20-954AE830E439}" type="sibTrans" cxnId="{FFB26C4B-EBB0-431A-BFF9-A34BC623EA35}">
      <dgm:prSet/>
      <dgm:spPr/>
      <dgm:t>
        <a:bodyPr/>
        <a:lstStyle/>
        <a:p>
          <a:endParaRPr lang="en-UM"/>
        </a:p>
      </dgm:t>
    </dgm:pt>
    <dgm:pt modelId="{FC235EEB-DAAE-4514-9941-32599987F2BB}">
      <dgm:prSet phldrT="[Text]" custT="1"/>
      <dgm:spPr/>
      <dgm:t>
        <a:bodyPr/>
        <a:lstStyle/>
        <a:p>
          <a:r>
            <a:rPr lang="en-US" sz="1000" dirty="0"/>
            <a:t>Touch</a:t>
          </a:r>
          <a:endParaRPr lang="en-UM" sz="1000" dirty="0"/>
        </a:p>
      </dgm:t>
    </dgm:pt>
    <dgm:pt modelId="{313A530B-B6A1-40B2-919C-5D9DC8FF8D93}" type="parTrans" cxnId="{897A157A-BCE4-4904-AD5C-1E2243F73697}">
      <dgm:prSet/>
      <dgm:spPr/>
      <dgm:t>
        <a:bodyPr/>
        <a:lstStyle/>
        <a:p>
          <a:endParaRPr lang="en-UM"/>
        </a:p>
      </dgm:t>
    </dgm:pt>
    <dgm:pt modelId="{007E4FB5-4F72-46F1-99EC-11FDF35A283D}" type="sibTrans" cxnId="{897A157A-BCE4-4904-AD5C-1E2243F73697}">
      <dgm:prSet/>
      <dgm:spPr/>
      <dgm:t>
        <a:bodyPr/>
        <a:lstStyle/>
        <a:p>
          <a:endParaRPr lang="en-UM"/>
        </a:p>
      </dgm:t>
    </dgm:pt>
    <dgm:pt modelId="{F3AAD2F1-4E1A-46B9-B378-807542C6D7BE}">
      <dgm:prSet phldrT="[Text]" custT="1"/>
      <dgm:spPr/>
      <dgm:t>
        <a:bodyPr/>
        <a:lstStyle/>
        <a:p>
          <a:r>
            <a:rPr lang="en-US" sz="1000" dirty="0"/>
            <a:t>Motor</a:t>
          </a:r>
          <a:endParaRPr lang="en-UM" sz="1000" dirty="0"/>
        </a:p>
      </dgm:t>
    </dgm:pt>
    <dgm:pt modelId="{4053F3ED-E0EA-4E6B-BCEA-CF3B028024E0}" type="parTrans" cxnId="{03155451-F105-42F0-8CB2-A2232B4AB42C}">
      <dgm:prSet/>
      <dgm:spPr/>
      <dgm:t>
        <a:bodyPr/>
        <a:lstStyle/>
        <a:p>
          <a:endParaRPr lang="en-UM"/>
        </a:p>
      </dgm:t>
    </dgm:pt>
    <dgm:pt modelId="{8CFD9179-2204-418A-B0F3-6A15D517C5D2}" type="sibTrans" cxnId="{03155451-F105-42F0-8CB2-A2232B4AB42C}">
      <dgm:prSet/>
      <dgm:spPr/>
      <dgm:t>
        <a:bodyPr/>
        <a:lstStyle/>
        <a:p>
          <a:endParaRPr lang="en-UM"/>
        </a:p>
      </dgm:t>
    </dgm:pt>
    <dgm:pt modelId="{E26205F9-F11B-4754-A299-D680E6866BC4}">
      <dgm:prSet phldrT="[Text]" custT="1"/>
      <dgm:spPr/>
      <dgm:t>
        <a:bodyPr/>
        <a:lstStyle/>
        <a:p>
          <a:r>
            <a:rPr lang="en-US" sz="1000" dirty="0"/>
            <a:t>Actuator</a:t>
          </a:r>
          <a:endParaRPr lang="en-UM" sz="1000" dirty="0"/>
        </a:p>
      </dgm:t>
    </dgm:pt>
    <dgm:pt modelId="{BFA56A5F-659C-437A-8D79-1281050F6399}" type="parTrans" cxnId="{7D82FEE0-C6D1-4DAF-AD26-77A24129FB2B}">
      <dgm:prSet/>
      <dgm:spPr/>
      <dgm:t>
        <a:bodyPr/>
        <a:lstStyle/>
        <a:p>
          <a:endParaRPr lang="en-UM"/>
        </a:p>
      </dgm:t>
    </dgm:pt>
    <dgm:pt modelId="{716FC6D0-95D0-4E61-8A5E-9D3911356238}" type="sibTrans" cxnId="{7D82FEE0-C6D1-4DAF-AD26-77A24129FB2B}">
      <dgm:prSet/>
      <dgm:spPr/>
      <dgm:t>
        <a:bodyPr/>
        <a:lstStyle/>
        <a:p>
          <a:endParaRPr lang="en-UM"/>
        </a:p>
      </dgm:t>
    </dgm:pt>
    <dgm:pt modelId="{33963446-1225-48CE-A21E-282872146656}">
      <dgm:prSet phldrT="[Text]" custT="1"/>
      <dgm:spPr/>
      <dgm:t>
        <a:bodyPr/>
        <a:lstStyle/>
        <a:p>
          <a:r>
            <a:rPr lang="en-US" sz="1000" dirty="0"/>
            <a:t>Switches</a:t>
          </a:r>
          <a:endParaRPr lang="en-UM" sz="1000" dirty="0"/>
        </a:p>
      </dgm:t>
    </dgm:pt>
    <dgm:pt modelId="{01E51359-C049-46E1-A412-BCDD9E82CE58}" type="parTrans" cxnId="{C62DB0AD-6A89-4890-AC8F-5406E9FF84B0}">
      <dgm:prSet/>
      <dgm:spPr/>
      <dgm:t>
        <a:bodyPr/>
        <a:lstStyle/>
        <a:p>
          <a:endParaRPr lang="en-UM"/>
        </a:p>
      </dgm:t>
    </dgm:pt>
    <dgm:pt modelId="{FD9C4DE6-433C-4146-AB76-21FE19430ECF}" type="sibTrans" cxnId="{C62DB0AD-6A89-4890-AC8F-5406E9FF84B0}">
      <dgm:prSet/>
      <dgm:spPr/>
      <dgm:t>
        <a:bodyPr/>
        <a:lstStyle/>
        <a:p>
          <a:endParaRPr lang="en-UM"/>
        </a:p>
      </dgm:t>
    </dgm:pt>
    <dgm:pt modelId="{C76E38C5-D1AC-4768-8279-8BAF3E7F2358}">
      <dgm:prSet phldrT="[Text]" custT="1"/>
      <dgm:spPr/>
      <dgm:t>
        <a:bodyPr/>
        <a:lstStyle/>
        <a:p>
          <a:r>
            <a:rPr lang="en-US" sz="1000" dirty="0"/>
            <a:t>LED Matrix</a:t>
          </a:r>
          <a:endParaRPr lang="en-UM" sz="1000" dirty="0"/>
        </a:p>
      </dgm:t>
    </dgm:pt>
    <dgm:pt modelId="{356B0A39-A031-4030-BA2B-C69E756B89A6}" type="parTrans" cxnId="{A8008F26-15FA-4086-888E-C39EAC4D94ED}">
      <dgm:prSet/>
      <dgm:spPr/>
      <dgm:t>
        <a:bodyPr/>
        <a:lstStyle/>
        <a:p>
          <a:endParaRPr lang="en-UM"/>
        </a:p>
      </dgm:t>
    </dgm:pt>
    <dgm:pt modelId="{18C54076-454C-4C53-AD1B-C5379C5CDEFE}" type="sibTrans" cxnId="{A8008F26-15FA-4086-888E-C39EAC4D94ED}">
      <dgm:prSet/>
      <dgm:spPr/>
      <dgm:t>
        <a:bodyPr/>
        <a:lstStyle/>
        <a:p>
          <a:endParaRPr lang="en-UM"/>
        </a:p>
      </dgm:t>
    </dgm:pt>
    <dgm:pt modelId="{96F21FA5-CAB6-425D-B6DD-95C34D81E142}">
      <dgm:prSet phldrT="[Text]" custT="1"/>
      <dgm:spPr/>
      <dgm:t>
        <a:bodyPr/>
        <a:lstStyle/>
        <a:p>
          <a:r>
            <a:rPr lang="en-US" sz="1000" dirty="0"/>
            <a:t>Keypad Matrix</a:t>
          </a:r>
          <a:endParaRPr lang="en-UM" sz="1000" dirty="0"/>
        </a:p>
      </dgm:t>
    </dgm:pt>
    <dgm:pt modelId="{59A55019-8359-4A76-A071-C7D939615FA3}" type="parTrans" cxnId="{C9AD73A1-93D1-4C60-9A81-28446E04C00B}">
      <dgm:prSet/>
      <dgm:spPr/>
      <dgm:t>
        <a:bodyPr/>
        <a:lstStyle/>
        <a:p>
          <a:endParaRPr lang="en-UM"/>
        </a:p>
      </dgm:t>
    </dgm:pt>
    <dgm:pt modelId="{E83B8FC0-6273-4BAF-8A27-65E3A964CF1B}" type="sibTrans" cxnId="{C9AD73A1-93D1-4C60-9A81-28446E04C00B}">
      <dgm:prSet/>
      <dgm:spPr/>
      <dgm:t>
        <a:bodyPr/>
        <a:lstStyle/>
        <a:p>
          <a:endParaRPr lang="en-UM"/>
        </a:p>
      </dgm:t>
    </dgm:pt>
    <dgm:pt modelId="{44620F29-061B-4291-9816-70F13511E6B3}" type="pres">
      <dgm:prSet presAssocID="{E4B9346D-9B4F-4393-9AB7-E91FE01D74F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84B7590-05B3-4742-A4EB-81F74483356A}" type="pres">
      <dgm:prSet presAssocID="{E4B9346D-9B4F-4393-9AB7-E91FE01D74FB}" presName="hierFlow" presStyleCnt="0"/>
      <dgm:spPr/>
    </dgm:pt>
    <dgm:pt modelId="{075B630B-3B49-4173-8A8F-B1A79AA73759}" type="pres">
      <dgm:prSet presAssocID="{E4B9346D-9B4F-4393-9AB7-E91FE01D74F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F44E728-644F-429F-9A96-C1C3C9DE71C1}" type="pres">
      <dgm:prSet presAssocID="{D365F921-1506-40AD-8E6E-7A6FB2718247}" presName="Name14" presStyleCnt="0"/>
      <dgm:spPr/>
    </dgm:pt>
    <dgm:pt modelId="{7C9D7086-333F-4504-8DAE-1E9B2A37DD21}" type="pres">
      <dgm:prSet presAssocID="{D365F921-1506-40AD-8E6E-7A6FB2718247}" presName="level1Shape" presStyleLbl="node0" presStyleIdx="0" presStyleCnt="1" custScaleX="259434" custScaleY="147728" custLinFactX="20464" custLinFactY="-2100000" custLinFactNeighborX="100000" custLinFactNeighborY="-2169257">
        <dgm:presLayoutVars>
          <dgm:chPref val="3"/>
        </dgm:presLayoutVars>
      </dgm:prSet>
      <dgm:spPr>
        <a:xfrm>
          <a:off x="4185958" y="886236"/>
          <a:ext cx="2143683" cy="578094"/>
        </a:xfrm>
        <a:prstGeom prst="roundRect">
          <a:avLst>
            <a:gd name="adj" fmla="val 10000"/>
          </a:avLst>
        </a:prstGeom>
      </dgm:spPr>
    </dgm:pt>
    <dgm:pt modelId="{6D73A5DC-76DD-4298-9097-43C3EE12CB6D}" type="pres">
      <dgm:prSet presAssocID="{D365F921-1506-40AD-8E6E-7A6FB2718247}" presName="hierChild2" presStyleCnt="0"/>
      <dgm:spPr/>
    </dgm:pt>
    <dgm:pt modelId="{9A198914-D4B4-45C4-B869-30B70AEEC8D1}" type="pres">
      <dgm:prSet presAssocID="{8020D552-A2F3-4D88-A6A0-27FB67668287}" presName="Name19" presStyleLbl="parChTrans1D2" presStyleIdx="0" presStyleCnt="3"/>
      <dgm:spPr/>
    </dgm:pt>
    <dgm:pt modelId="{2F5A1A88-3978-4FD2-A75A-28666C5422AA}" type="pres">
      <dgm:prSet presAssocID="{5EF58F36-FD3C-4DB4-A392-3760737AE1D4}" presName="Name21" presStyleCnt="0"/>
      <dgm:spPr/>
    </dgm:pt>
    <dgm:pt modelId="{1E85D4BE-91E0-495D-AFED-D678A560FFB5}" type="pres">
      <dgm:prSet presAssocID="{5EF58F36-FD3C-4DB4-A392-3760737AE1D4}" presName="level2Shape" presStyleLbl="node2" presStyleIdx="0" presStyleCnt="3" custLinFactX="-1077649" custLinFactY="-100000" custLinFactNeighborX="-1100000" custLinFactNeighborY="-188777"/>
      <dgm:spPr/>
    </dgm:pt>
    <dgm:pt modelId="{93766262-6D14-4829-8A84-4E22F4899D89}" type="pres">
      <dgm:prSet presAssocID="{5EF58F36-FD3C-4DB4-A392-3760737AE1D4}" presName="hierChild3" presStyleCnt="0"/>
      <dgm:spPr/>
    </dgm:pt>
    <dgm:pt modelId="{7527056D-F852-4E77-838D-ACB32BECC3FB}" type="pres">
      <dgm:prSet presAssocID="{643B64DA-F047-408D-835D-1E3A7A4AE3E5}" presName="Name19" presStyleLbl="parChTrans1D3" presStyleIdx="0" presStyleCnt="19"/>
      <dgm:spPr/>
    </dgm:pt>
    <dgm:pt modelId="{FB0BCE58-CE9A-4E03-8957-855B483EC524}" type="pres">
      <dgm:prSet presAssocID="{569135D8-2834-4622-B4CC-FFFBBD6158A2}" presName="Name21" presStyleCnt="0"/>
      <dgm:spPr/>
    </dgm:pt>
    <dgm:pt modelId="{DB8DFF79-6797-4F27-BD37-C1F93DA4D8E8}" type="pres">
      <dgm:prSet presAssocID="{569135D8-2834-4622-B4CC-FFFBBD6158A2}" presName="level2Shape" presStyleLbl="node3" presStyleIdx="0" presStyleCnt="19" custScaleX="155206" custLinFactX="7089" custLinFactY="-100000" custLinFactNeighborX="100000" custLinFactNeighborY="-129830"/>
      <dgm:spPr/>
    </dgm:pt>
    <dgm:pt modelId="{CFD859C9-1FAD-4EC8-8733-C465AB7205EF}" type="pres">
      <dgm:prSet presAssocID="{569135D8-2834-4622-B4CC-FFFBBD6158A2}" presName="hierChild3" presStyleCnt="0"/>
      <dgm:spPr/>
    </dgm:pt>
    <dgm:pt modelId="{89B49F20-9C83-4501-B1A4-6A7F2FDA4EA3}" type="pres">
      <dgm:prSet presAssocID="{C00B28F3-7324-468E-85D6-710A096E5123}" presName="Name19" presStyleLbl="parChTrans1D3" presStyleIdx="1" presStyleCnt="19"/>
      <dgm:spPr/>
    </dgm:pt>
    <dgm:pt modelId="{5213DA0F-FB21-4F00-82A3-1BB807A2640C}" type="pres">
      <dgm:prSet presAssocID="{F850BF39-159D-459E-AB6B-D1B355331DCD}" presName="Name21" presStyleCnt="0"/>
      <dgm:spPr/>
    </dgm:pt>
    <dgm:pt modelId="{FA230B8D-1D8E-41AD-B1CB-E6791AFA31B2}" type="pres">
      <dgm:prSet presAssocID="{F850BF39-159D-459E-AB6B-D1B355331DCD}" presName="level2Shape" presStyleLbl="node3" presStyleIdx="1" presStyleCnt="19" custLinFactNeighborX="-92007" custLinFactNeighborY="53081"/>
      <dgm:spPr/>
    </dgm:pt>
    <dgm:pt modelId="{3C8E73B9-23AE-4254-A0A9-81EC9D94BB38}" type="pres">
      <dgm:prSet presAssocID="{F850BF39-159D-459E-AB6B-D1B355331DCD}" presName="hierChild3" presStyleCnt="0"/>
      <dgm:spPr/>
    </dgm:pt>
    <dgm:pt modelId="{45ECFE74-8C23-412D-B147-6B26FE52D4A8}" type="pres">
      <dgm:prSet presAssocID="{61F6ADBB-C170-4399-B684-494FB702C547}" presName="Name19" presStyleLbl="parChTrans1D3" presStyleIdx="2" presStyleCnt="19"/>
      <dgm:spPr/>
    </dgm:pt>
    <dgm:pt modelId="{37F7DE1B-23BA-4257-AAAC-AE8CB32D768B}" type="pres">
      <dgm:prSet presAssocID="{0DC8E7F0-EC0A-41ED-A729-AED283F2C515}" presName="Name21" presStyleCnt="0"/>
      <dgm:spPr/>
    </dgm:pt>
    <dgm:pt modelId="{C5D00023-EFEA-47DA-B133-7174807F1014}" type="pres">
      <dgm:prSet presAssocID="{0DC8E7F0-EC0A-41ED-A729-AED283F2C515}" presName="level2Shape" presStyleLbl="node3" presStyleIdx="2" presStyleCnt="19"/>
      <dgm:spPr/>
    </dgm:pt>
    <dgm:pt modelId="{9BA4E2D0-615D-484A-A646-79D4204E144B}" type="pres">
      <dgm:prSet presAssocID="{0DC8E7F0-EC0A-41ED-A729-AED283F2C515}" presName="hierChild3" presStyleCnt="0"/>
      <dgm:spPr/>
    </dgm:pt>
    <dgm:pt modelId="{BC608077-D4F6-463C-92C3-349ABA49C387}" type="pres">
      <dgm:prSet presAssocID="{BEEF6824-4274-4F54-AAA0-6EF945E1FA3D}" presName="Name19" presStyleLbl="parChTrans1D3" presStyleIdx="3" presStyleCnt="19"/>
      <dgm:spPr/>
    </dgm:pt>
    <dgm:pt modelId="{5F55B063-8A0A-438B-86BD-BC2E0715ED9E}" type="pres">
      <dgm:prSet presAssocID="{83868C8B-CBE3-4C0B-8D3E-49556563C016}" presName="Name21" presStyleCnt="0"/>
      <dgm:spPr/>
    </dgm:pt>
    <dgm:pt modelId="{15A9421A-8776-41B4-80E0-0B684C6F20F0}" type="pres">
      <dgm:prSet presAssocID="{83868C8B-CBE3-4C0B-8D3E-49556563C016}" presName="level2Shape" presStyleLbl="node3" presStyleIdx="3" presStyleCnt="19"/>
      <dgm:spPr/>
    </dgm:pt>
    <dgm:pt modelId="{73169651-6BB8-4151-897B-9A02E6F0BCEC}" type="pres">
      <dgm:prSet presAssocID="{83868C8B-CBE3-4C0B-8D3E-49556563C016}" presName="hierChild3" presStyleCnt="0"/>
      <dgm:spPr/>
    </dgm:pt>
    <dgm:pt modelId="{6E73A0E5-56F6-4F53-8AE5-2286816F2A75}" type="pres">
      <dgm:prSet presAssocID="{F4A8F8F5-72D6-472F-A96E-D6DDAB9A09C7}" presName="Name19" presStyleLbl="parChTrans1D4" presStyleIdx="0" presStyleCnt="5"/>
      <dgm:spPr/>
    </dgm:pt>
    <dgm:pt modelId="{82967826-8079-4E37-9A09-41D5A69A1EBD}" type="pres">
      <dgm:prSet presAssocID="{E624D4B3-59E9-4A8E-9CD3-A9EC8E82D25E}" presName="Name21" presStyleCnt="0"/>
      <dgm:spPr/>
    </dgm:pt>
    <dgm:pt modelId="{C7643AB4-0F51-4848-947F-4B74DC40E779}" type="pres">
      <dgm:prSet presAssocID="{E624D4B3-59E9-4A8E-9CD3-A9EC8E82D25E}" presName="level2Shape" presStyleLbl="node4" presStyleIdx="0" presStyleCnt="5"/>
      <dgm:spPr/>
    </dgm:pt>
    <dgm:pt modelId="{CE9EA656-3D8D-48E6-8604-2CAD2223C2C4}" type="pres">
      <dgm:prSet presAssocID="{E624D4B3-59E9-4A8E-9CD3-A9EC8E82D25E}" presName="hierChild3" presStyleCnt="0"/>
      <dgm:spPr/>
    </dgm:pt>
    <dgm:pt modelId="{D9E6D476-A839-4B46-BFDE-BDDECDB7BB7E}" type="pres">
      <dgm:prSet presAssocID="{BAC08257-EEA0-4059-BA2F-5A6E9240E6D4}" presName="Name19" presStyleLbl="parChTrans1D4" presStyleIdx="1" presStyleCnt="5"/>
      <dgm:spPr/>
    </dgm:pt>
    <dgm:pt modelId="{DB637516-3744-4CA3-9AF4-42F5CB4F2B54}" type="pres">
      <dgm:prSet presAssocID="{427C1DBF-81AB-4A48-9FDC-D24481FB6E45}" presName="Name21" presStyleCnt="0"/>
      <dgm:spPr/>
    </dgm:pt>
    <dgm:pt modelId="{10B02484-6D8C-4860-885A-E1362C1DD1EA}" type="pres">
      <dgm:prSet presAssocID="{427C1DBF-81AB-4A48-9FDC-D24481FB6E45}" presName="level2Shape" presStyleLbl="node4" presStyleIdx="1" presStyleCnt="5"/>
      <dgm:spPr/>
    </dgm:pt>
    <dgm:pt modelId="{E2608850-281D-4689-B135-AB26EF4EBD9B}" type="pres">
      <dgm:prSet presAssocID="{427C1DBF-81AB-4A48-9FDC-D24481FB6E45}" presName="hierChild3" presStyleCnt="0"/>
      <dgm:spPr/>
    </dgm:pt>
    <dgm:pt modelId="{28F13E25-2D6A-4D10-B8CC-C068479A9CF0}" type="pres">
      <dgm:prSet presAssocID="{C40D9541-B43A-499B-95C3-8454083B1714}" presName="Name19" presStyleLbl="parChTrans1D4" presStyleIdx="2" presStyleCnt="5"/>
      <dgm:spPr/>
    </dgm:pt>
    <dgm:pt modelId="{F3C0FA6D-62B1-436E-B5EB-4D276CAAC1E5}" type="pres">
      <dgm:prSet presAssocID="{72EC52C4-D99C-43FD-88E9-C7EB98880F5C}" presName="Name21" presStyleCnt="0"/>
      <dgm:spPr/>
    </dgm:pt>
    <dgm:pt modelId="{12D33EE9-67BF-45D7-9DB1-B6AED5184BF5}" type="pres">
      <dgm:prSet presAssocID="{72EC52C4-D99C-43FD-88E9-C7EB98880F5C}" presName="level2Shape" presStyleLbl="node4" presStyleIdx="2" presStyleCnt="5"/>
      <dgm:spPr/>
    </dgm:pt>
    <dgm:pt modelId="{84BABB45-34CB-4D55-A4F8-78620B4B3441}" type="pres">
      <dgm:prSet presAssocID="{72EC52C4-D99C-43FD-88E9-C7EB98880F5C}" presName="hierChild3" presStyleCnt="0"/>
      <dgm:spPr/>
    </dgm:pt>
    <dgm:pt modelId="{BB60D9D4-BF0A-4F27-A496-C717BD7A4D94}" type="pres">
      <dgm:prSet presAssocID="{BD21B6EA-8264-41C3-BA18-9981CCDC9BE9}" presName="Name19" presStyleLbl="parChTrans1D4" presStyleIdx="3" presStyleCnt="5"/>
      <dgm:spPr/>
    </dgm:pt>
    <dgm:pt modelId="{49758C5C-E403-4DFC-8895-72BCD114C0F3}" type="pres">
      <dgm:prSet presAssocID="{D56B71EE-F40D-4D5D-91B9-8161355478C5}" presName="Name21" presStyleCnt="0"/>
      <dgm:spPr/>
    </dgm:pt>
    <dgm:pt modelId="{7961C9EC-443A-466A-AFAD-7AB00370A0DB}" type="pres">
      <dgm:prSet presAssocID="{D56B71EE-F40D-4D5D-91B9-8161355478C5}" presName="level2Shape" presStyleLbl="node4" presStyleIdx="3" presStyleCnt="5"/>
      <dgm:spPr/>
    </dgm:pt>
    <dgm:pt modelId="{606E4870-4A83-4776-8CE2-C3CEAE1381AC}" type="pres">
      <dgm:prSet presAssocID="{D56B71EE-F40D-4D5D-91B9-8161355478C5}" presName="hierChild3" presStyleCnt="0"/>
      <dgm:spPr/>
    </dgm:pt>
    <dgm:pt modelId="{3AF9CF35-F354-4C92-8462-6C2C3B7CD935}" type="pres">
      <dgm:prSet presAssocID="{7ACFC493-70B1-4205-84E4-03D2A1C01E7C}" presName="Name19" presStyleLbl="parChTrans1D4" presStyleIdx="4" presStyleCnt="5"/>
      <dgm:spPr/>
    </dgm:pt>
    <dgm:pt modelId="{3AB01C74-39CE-437C-8751-1F41E98895D1}" type="pres">
      <dgm:prSet presAssocID="{09B0A7C9-A5C5-4692-8A0A-F9B9188ED79B}" presName="Name21" presStyleCnt="0"/>
      <dgm:spPr/>
    </dgm:pt>
    <dgm:pt modelId="{7266BA60-F582-48DF-96E1-42C9188863E0}" type="pres">
      <dgm:prSet presAssocID="{09B0A7C9-A5C5-4692-8A0A-F9B9188ED79B}" presName="level2Shape" presStyleLbl="node4" presStyleIdx="4" presStyleCnt="5"/>
      <dgm:spPr/>
    </dgm:pt>
    <dgm:pt modelId="{D811DCD2-A52C-4B1B-BE0D-D6F570C5590D}" type="pres">
      <dgm:prSet presAssocID="{09B0A7C9-A5C5-4692-8A0A-F9B9188ED79B}" presName="hierChild3" presStyleCnt="0"/>
      <dgm:spPr/>
    </dgm:pt>
    <dgm:pt modelId="{11BCBAC3-4338-4D1F-996B-791A6D421E13}" type="pres">
      <dgm:prSet presAssocID="{88740C4D-9C45-41A6-B521-CB1BB5C2A7D3}" presName="Name19" presStyleLbl="parChTrans1D3" presStyleIdx="4" presStyleCnt="19"/>
      <dgm:spPr/>
    </dgm:pt>
    <dgm:pt modelId="{E275BB13-0248-4520-9826-D3194E4C649C}" type="pres">
      <dgm:prSet presAssocID="{BC04A4AC-0685-488A-BB24-9DC2E8A7D6C8}" presName="Name21" presStyleCnt="0"/>
      <dgm:spPr/>
    </dgm:pt>
    <dgm:pt modelId="{387A1342-CAA0-45C9-9FB1-A6C02258C866}" type="pres">
      <dgm:prSet presAssocID="{BC04A4AC-0685-488A-BB24-9DC2E8A7D6C8}" presName="level2Shape" presStyleLbl="node3" presStyleIdx="4" presStyleCnt="19"/>
      <dgm:spPr/>
    </dgm:pt>
    <dgm:pt modelId="{529F04DB-0E73-43AC-9791-3B5BB59BDF7A}" type="pres">
      <dgm:prSet presAssocID="{BC04A4AC-0685-488A-BB24-9DC2E8A7D6C8}" presName="hierChild3" presStyleCnt="0"/>
      <dgm:spPr/>
    </dgm:pt>
    <dgm:pt modelId="{E56BF060-CE11-4DA0-A784-57EA414518AE}" type="pres">
      <dgm:prSet presAssocID="{678A6F1C-A0B2-4163-A3A8-5332B6036F6F}" presName="Name19" presStyleLbl="parChTrans1D2" presStyleIdx="1" presStyleCnt="3"/>
      <dgm:spPr/>
    </dgm:pt>
    <dgm:pt modelId="{9D478EB3-5799-4176-90EF-9756F4EA3F39}" type="pres">
      <dgm:prSet presAssocID="{756F4C42-3342-4D53-81B7-8161C5D1995E}" presName="Name21" presStyleCnt="0"/>
      <dgm:spPr/>
    </dgm:pt>
    <dgm:pt modelId="{9C31ACF3-1FC9-4379-8502-52EF09D2C887}" type="pres">
      <dgm:prSet presAssocID="{756F4C42-3342-4D53-81B7-8161C5D1995E}" presName="level2Shape" presStyleLbl="node2" presStyleIdx="1" presStyleCnt="3" custScaleX="186276" custLinFactX="100000" custLinFactY="-100000" custLinFactNeighborX="160000" custLinFactNeighborY="-199391"/>
      <dgm:spPr/>
    </dgm:pt>
    <dgm:pt modelId="{B52C1C14-26D6-4186-91BB-89EDEA6D5971}" type="pres">
      <dgm:prSet presAssocID="{756F4C42-3342-4D53-81B7-8161C5D1995E}" presName="hierChild3" presStyleCnt="0"/>
      <dgm:spPr/>
    </dgm:pt>
    <dgm:pt modelId="{26A09930-D7A0-415A-9C77-A66EB5E386BD}" type="pres">
      <dgm:prSet presAssocID="{55C1C2C0-5079-47CE-A7FA-7F4E786CBBAB}" presName="Name19" presStyleLbl="parChTrans1D3" presStyleIdx="5" presStyleCnt="19"/>
      <dgm:spPr/>
    </dgm:pt>
    <dgm:pt modelId="{CB46ADB9-FAC4-43EA-BD71-82535A9D57E5}" type="pres">
      <dgm:prSet presAssocID="{285CDA10-E594-4B45-87ED-E4BC8D1AB7AF}" presName="Name21" presStyleCnt="0"/>
      <dgm:spPr/>
    </dgm:pt>
    <dgm:pt modelId="{B52D8FE6-4464-4551-9BFB-3314B9AEFB19}" type="pres">
      <dgm:prSet presAssocID="{285CDA10-E594-4B45-87ED-E4BC8D1AB7AF}" presName="level2Shape" presStyleLbl="node3" presStyleIdx="5" presStyleCnt="19"/>
      <dgm:spPr/>
    </dgm:pt>
    <dgm:pt modelId="{147BE64E-60EB-48EF-9F58-4D13B0A747A6}" type="pres">
      <dgm:prSet presAssocID="{285CDA10-E594-4B45-87ED-E4BC8D1AB7AF}" presName="hierChild3" presStyleCnt="0"/>
      <dgm:spPr/>
    </dgm:pt>
    <dgm:pt modelId="{B4583DB6-1E90-494C-B04E-180A295A55A3}" type="pres">
      <dgm:prSet presAssocID="{D0FC7FE6-AA39-441E-A75F-0FD6B5874714}" presName="Name19" presStyleLbl="parChTrans1D3" presStyleIdx="6" presStyleCnt="19"/>
      <dgm:spPr/>
    </dgm:pt>
    <dgm:pt modelId="{2F5AE899-1FC6-4287-A71C-BF52655F1820}" type="pres">
      <dgm:prSet presAssocID="{32FA5B5C-657B-490E-9A85-F00C350C7795}" presName="Name21" presStyleCnt="0"/>
      <dgm:spPr/>
    </dgm:pt>
    <dgm:pt modelId="{C14A6D7C-A088-45EC-BC17-E9EF74FE83B5}" type="pres">
      <dgm:prSet presAssocID="{32FA5B5C-657B-490E-9A85-F00C350C7795}" presName="level2Shape" presStyleLbl="node3" presStyleIdx="6" presStyleCnt="19"/>
      <dgm:spPr/>
    </dgm:pt>
    <dgm:pt modelId="{CDAFFDCC-5FED-4F3E-A803-52A446C8D135}" type="pres">
      <dgm:prSet presAssocID="{32FA5B5C-657B-490E-9A85-F00C350C7795}" presName="hierChild3" presStyleCnt="0"/>
      <dgm:spPr/>
    </dgm:pt>
    <dgm:pt modelId="{0B3E6A72-E502-49E4-B93D-BB9F62F95EDE}" type="pres">
      <dgm:prSet presAssocID="{059E5DBC-6972-4E3D-A4B0-34ACF07E93D6}" presName="Name19" presStyleLbl="parChTrans1D3" presStyleIdx="7" presStyleCnt="19"/>
      <dgm:spPr/>
    </dgm:pt>
    <dgm:pt modelId="{AAFB4AD2-3BC1-4CC7-837D-5B3DFE398EFC}" type="pres">
      <dgm:prSet presAssocID="{5DD0A338-3341-4D3F-90F6-8C14D37D3A9A}" presName="Name21" presStyleCnt="0"/>
      <dgm:spPr/>
    </dgm:pt>
    <dgm:pt modelId="{5FFF3F73-E30A-4EFF-9686-81FBA453607C}" type="pres">
      <dgm:prSet presAssocID="{5DD0A338-3341-4D3F-90F6-8C14D37D3A9A}" presName="level2Shape" presStyleLbl="node3" presStyleIdx="7" presStyleCnt="19"/>
      <dgm:spPr/>
    </dgm:pt>
    <dgm:pt modelId="{F7B020AE-C4A1-4188-A4E8-E8BE1249CD2E}" type="pres">
      <dgm:prSet presAssocID="{5DD0A338-3341-4D3F-90F6-8C14D37D3A9A}" presName="hierChild3" presStyleCnt="0"/>
      <dgm:spPr/>
    </dgm:pt>
    <dgm:pt modelId="{C8C6078E-960B-4317-A1FE-9A66F8B7BA0F}" type="pres">
      <dgm:prSet presAssocID="{9F45FAD7-05A1-42D0-8CD5-105119AF3A6D}" presName="Name19" presStyleLbl="parChTrans1D3" presStyleIdx="8" presStyleCnt="19"/>
      <dgm:spPr/>
    </dgm:pt>
    <dgm:pt modelId="{59498C7F-6BFB-42BE-8B27-1F91386F76FD}" type="pres">
      <dgm:prSet presAssocID="{096999ED-1202-4F39-8DF1-EF7531B83928}" presName="Name21" presStyleCnt="0"/>
      <dgm:spPr/>
    </dgm:pt>
    <dgm:pt modelId="{7B957226-79EA-40B4-98D3-658112611D45}" type="pres">
      <dgm:prSet presAssocID="{096999ED-1202-4F39-8DF1-EF7531B83928}" presName="level2Shape" presStyleLbl="node3" presStyleIdx="8" presStyleCnt="19"/>
      <dgm:spPr/>
    </dgm:pt>
    <dgm:pt modelId="{EA9EBC41-D012-4BFB-9BC2-2642DB59F7F1}" type="pres">
      <dgm:prSet presAssocID="{096999ED-1202-4F39-8DF1-EF7531B83928}" presName="hierChild3" presStyleCnt="0"/>
      <dgm:spPr/>
    </dgm:pt>
    <dgm:pt modelId="{7D5DAFF4-2240-40ED-8E89-82E0E27C963A}" type="pres">
      <dgm:prSet presAssocID="{D9CD0D21-14CF-439B-A081-522E206ECC4E}" presName="Name19" presStyleLbl="parChTrans1D3" presStyleIdx="9" presStyleCnt="19"/>
      <dgm:spPr/>
    </dgm:pt>
    <dgm:pt modelId="{C0CC07D2-EC0A-4AF3-8314-D7C430B58E39}" type="pres">
      <dgm:prSet presAssocID="{2DCD2EE2-A902-441A-B18B-1CD4BA0381CA}" presName="Name21" presStyleCnt="0"/>
      <dgm:spPr/>
    </dgm:pt>
    <dgm:pt modelId="{A489ACC2-DDD9-4A58-AFFE-DD7F7A92DF46}" type="pres">
      <dgm:prSet presAssocID="{2DCD2EE2-A902-441A-B18B-1CD4BA0381CA}" presName="level2Shape" presStyleLbl="node3" presStyleIdx="9" presStyleCnt="19"/>
      <dgm:spPr/>
    </dgm:pt>
    <dgm:pt modelId="{DAAB0549-EB41-424A-99BB-7069979E6C54}" type="pres">
      <dgm:prSet presAssocID="{2DCD2EE2-A902-441A-B18B-1CD4BA0381CA}" presName="hierChild3" presStyleCnt="0"/>
      <dgm:spPr/>
    </dgm:pt>
    <dgm:pt modelId="{80B9C36B-B2BE-400D-B5E7-931B324DFE8E}" type="pres">
      <dgm:prSet presAssocID="{062D6D2D-C322-4948-86B7-AC311238BB5A}" presName="Name19" presStyleLbl="parChTrans1D2" presStyleIdx="2" presStyleCnt="3"/>
      <dgm:spPr/>
    </dgm:pt>
    <dgm:pt modelId="{89DDFBB9-D17D-40AA-ABEE-D30FB376DA6C}" type="pres">
      <dgm:prSet presAssocID="{2EC5791D-B9AA-4CFF-85B6-4FBB7AF9236A}" presName="Name21" presStyleCnt="0"/>
      <dgm:spPr/>
    </dgm:pt>
    <dgm:pt modelId="{812D26AA-7536-4989-A280-88C3CE0A5878}" type="pres">
      <dgm:prSet presAssocID="{2EC5791D-B9AA-4CFF-85B6-4FBB7AF9236A}" presName="level2Shape" presStyleLbl="node2" presStyleIdx="2" presStyleCnt="3" custScaleX="138145" custLinFactX="1700000" custLinFactY="-100000" custLinFactNeighborX="1757206" custLinFactNeighborY="-186654"/>
      <dgm:spPr/>
    </dgm:pt>
    <dgm:pt modelId="{E5D15A98-C7FF-4FEF-81E3-5937D1CB099D}" type="pres">
      <dgm:prSet presAssocID="{2EC5791D-B9AA-4CFF-85B6-4FBB7AF9236A}" presName="hierChild3" presStyleCnt="0"/>
      <dgm:spPr/>
    </dgm:pt>
    <dgm:pt modelId="{C54274FA-2855-4BF8-BA88-B4FE8E8B15D3}" type="pres">
      <dgm:prSet presAssocID="{D8040807-D8A1-4093-9F68-8DCC8B81AEAF}" presName="Name19" presStyleLbl="parChTrans1D3" presStyleIdx="10" presStyleCnt="19"/>
      <dgm:spPr/>
    </dgm:pt>
    <dgm:pt modelId="{FF9879B8-1558-44B3-9F49-03F32A68C0EE}" type="pres">
      <dgm:prSet presAssocID="{1BCAFC28-9822-4B0A-B3C4-AD8B8F32BD36}" presName="Name21" presStyleCnt="0"/>
      <dgm:spPr/>
    </dgm:pt>
    <dgm:pt modelId="{F3EB56A3-24BA-4905-8B3A-E0F403EDA663}" type="pres">
      <dgm:prSet presAssocID="{1BCAFC28-9822-4B0A-B3C4-AD8B8F32BD36}" presName="level2Shape" presStyleLbl="node3" presStyleIdx="10" presStyleCnt="19"/>
      <dgm:spPr/>
    </dgm:pt>
    <dgm:pt modelId="{B98C7DF0-8854-4ED3-8D57-FD61041B9D3E}" type="pres">
      <dgm:prSet presAssocID="{1BCAFC28-9822-4B0A-B3C4-AD8B8F32BD36}" presName="hierChild3" presStyleCnt="0"/>
      <dgm:spPr/>
    </dgm:pt>
    <dgm:pt modelId="{C6CCE1EA-A885-4F8B-83D5-729956E8BE6C}" type="pres">
      <dgm:prSet presAssocID="{4E2D6534-3EDF-4ED6-BC06-FB290EDC9D26}" presName="Name19" presStyleLbl="parChTrans1D3" presStyleIdx="11" presStyleCnt="19"/>
      <dgm:spPr/>
    </dgm:pt>
    <dgm:pt modelId="{A9B6877B-FB24-4073-9D56-DA9FD2E4CF2D}" type="pres">
      <dgm:prSet presAssocID="{7D0837BD-1041-485D-96E7-50A7F4610E94}" presName="Name21" presStyleCnt="0"/>
      <dgm:spPr/>
    </dgm:pt>
    <dgm:pt modelId="{72222AAB-3407-420A-8A94-DD0890CFD444}" type="pres">
      <dgm:prSet presAssocID="{7D0837BD-1041-485D-96E7-50A7F4610E94}" presName="level2Shape" presStyleLbl="node3" presStyleIdx="11" presStyleCnt="19"/>
      <dgm:spPr/>
    </dgm:pt>
    <dgm:pt modelId="{BB573C14-34B8-47C7-B2B3-D7FF5106C1E6}" type="pres">
      <dgm:prSet presAssocID="{7D0837BD-1041-485D-96E7-50A7F4610E94}" presName="hierChild3" presStyleCnt="0"/>
      <dgm:spPr/>
    </dgm:pt>
    <dgm:pt modelId="{42E43061-3484-4225-8BC9-F661263DFE0F}" type="pres">
      <dgm:prSet presAssocID="{35C6EA55-FABA-4B7C-8AC8-B435AF91926B}" presName="Name19" presStyleLbl="parChTrans1D3" presStyleIdx="12" presStyleCnt="19"/>
      <dgm:spPr/>
    </dgm:pt>
    <dgm:pt modelId="{68794AC5-B547-41D2-B46B-0B6D005BABC8}" type="pres">
      <dgm:prSet presAssocID="{8BB553B8-5356-47F3-ADBA-985320A55AD9}" presName="Name21" presStyleCnt="0"/>
      <dgm:spPr/>
    </dgm:pt>
    <dgm:pt modelId="{34865DFE-77BD-4A31-956F-AA2D821C6FDE}" type="pres">
      <dgm:prSet presAssocID="{8BB553B8-5356-47F3-ADBA-985320A55AD9}" presName="level2Shape" presStyleLbl="node3" presStyleIdx="12" presStyleCnt="19"/>
      <dgm:spPr/>
    </dgm:pt>
    <dgm:pt modelId="{2DE6C0A2-D1C2-4AF0-905B-B3731000D8CD}" type="pres">
      <dgm:prSet presAssocID="{8BB553B8-5356-47F3-ADBA-985320A55AD9}" presName="hierChild3" presStyleCnt="0"/>
      <dgm:spPr/>
    </dgm:pt>
    <dgm:pt modelId="{0180638C-D068-4DB2-9929-DF62F8EB1956}" type="pres">
      <dgm:prSet presAssocID="{313A530B-B6A1-40B2-919C-5D9DC8FF8D93}" presName="Name19" presStyleLbl="parChTrans1D3" presStyleIdx="13" presStyleCnt="19"/>
      <dgm:spPr/>
    </dgm:pt>
    <dgm:pt modelId="{D2DC1B00-200F-4565-A8F0-A9D5BB6A89C0}" type="pres">
      <dgm:prSet presAssocID="{FC235EEB-DAAE-4514-9941-32599987F2BB}" presName="Name21" presStyleCnt="0"/>
      <dgm:spPr/>
    </dgm:pt>
    <dgm:pt modelId="{86D3F454-2CE1-42CF-B2A0-6A62B91F111F}" type="pres">
      <dgm:prSet presAssocID="{FC235EEB-DAAE-4514-9941-32599987F2BB}" presName="level2Shape" presStyleLbl="node3" presStyleIdx="13" presStyleCnt="19"/>
      <dgm:spPr/>
    </dgm:pt>
    <dgm:pt modelId="{0B3C24E4-0A24-4EA7-9252-758E567A46FB}" type="pres">
      <dgm:prSet presAssocID="{FC235EEB-DAAE-4514-9941-32599987F2BB}" presName="hierChild3" presStyleCnt="0"/>
      <dgm:spPr/>
    </dgm:pt>
    <dgm:pt modelId="{FE40E363-D75E-44AE-A06A-3C7D1DDF167F}" type="pres">
      <dgm:prSet presAssocID="{4053F3ED-E0EA-4E6B-BCEA-CF3B028024E0}" presName="Name19" presStyleLbl="parChTrans1D3" presStyleIdx="14" presStyleCnt="19"/>
      <dgm:spPr/>
    </dgm:pt>
    <dgm:pt modelId="{50BE75F7-44DB-4668-A956-4FDCE3F55420}" type="pres">
      <dgm:prSet presAssocID="{F3AAD2F1-4E1A-46B9-B378-807542C6D7BE}" presName="Name21" presStyleCnt="0"/>
      <dgm:spPr/>
    </dgm:pt>
    <dgm:pt modelId="{2375610F-8AA0-4A4D-B0FC-5111854F3F33}" type="pres">
      <dgm:prSet presAssocID="{F3AAD2F1-4E1A-46B9-B378-807542C6D7BE}" presName="level2Shape" presStyleLbl="node3" presStyleIdx="14" presStyleCnt="19"/>
      <dgm:spPr/>
    </dgm:pt>
    <dgm:pt modelId="{0DBBAFF8-E3B7-4F85-BAA1-BBBBBF007B15}" type="pres">
      <dgm:prSet presAssocID="{F3AAD2F1-4E1A-46B9-B378-807542C6D7BE}" presName="hierChild3" presStyleCnt="0"/>
      <dgm:spPr/>
    </dgm:pt>
    <dgm:pt modelId="{BED9ABE1-74FD-425F-AF50-432A086EFB6A}" type="pres">
      <dgm:prSet presAssocID="{BFA56A5F-659C-437A-8D79-1281050F6399}" presName="Name19" presStyleLbl="parChTrans1D3" presStyleIdx="15" presStyleCnt="19"/>
      <dgm:spPr/>
    </dgm:pt>
    <dgm:pt modelId="{94253694-3CAA-424C-818F-BAFEF22DE782}" type="pres">
      <dgm:prSet presAssocID="{E26205F9-F11B-4754-A299-D680E6866BC4}" presName="Name21" presStyleCnt="0"/>
      <dgm:spPr/>
    </dgm:pt>
    <dgm:pt modelId="{D0487D71-6214-407A-A92F-6DC31B412675}" type="pres">
      <dgm:prSet presAssocID="{E26205F9-F11B-4754-A299-D680E6866BC4}" presName="level2Shape" presStyleLbl="node3" presStyleIdx="15" presStyleCnt="19"/>
      <dgm:spPr/>
    </dgm:pt>
    <dgm:pt modelId="{63A333C6-1478-4C20-B626-0C86DF7F8BFB}" type="pres">
      <dgm:prSet presAssocID="{E26205F9-F11B-4754-A299-D680E6866BC4}" presName="hierChild3" presStyleCnt="0"/>
      <dgm:spPr/>
    </dgm:pt>
    <dgm:pt modelId="{E41C5880-7B1B-4DAB-B0E7-A987DC7F892D}" type="pres">
      <dgm:prSet presAssocID="{01E51359-C049-46E1-A412-BCDD9E82CE58}" presName="Name19" presStyleLbl="parChTrans1D3" presStyleIdx="16" presStyleCnt="19"/>
      <dgm:spPr/>
    </dgm:pt>
    <dgm:pt modelId="{9BEA57B8-0B8F-4426-87D3-1EAC060B15CC}" type="pres">
      <dgm:prSet presAssocID="{33963446-1225-48CE-A21E-282872146656}" presName="Name21" presStyleCnt="0"/>
      <dgm:spPr/>
    </dgm:pt>
    <dgm:pt modelId="{72CF2859-E745-41FA-A4DB-98D4AB2B3288}" type="pres">
      <dgm:prSet presAssocID="{33963446-1225-48CE-A21E-282872146656}" presName="level2Shape" presStyleLbl="node3" presStyleIdx="16" presStyleCnt="19"/>
      <dgm:spPr/>
    </dgm:pt>
    <dgm:pt modelId="{D1409825-77EA-4556-A00B-CB1977098BC0}" type="pres">
      <dgm:prSet presAssocID="{33963446-1225-48CE-A21E-282872146656}" presName="hierChild3" presStyleCnt="0"/>
      <dgm:spPr/>
    </dgm:pt>
    <dgm:pt modelId="{ED3B0F01-A9B6-416E-B774-0B06023C9765}" type="pres">
      <dgm:prSet presAssocID="{356B0A39-A031-4030-BA2B-C69E756B89A6}" presName="Name19" presStyleLbl="parChTrans1D3" presStyleIdx="17" presStyleCnt="19"/>
      <dgm:spPr/>
    </dgm:pt>
    <dgm:pt modelId="{BEBC56BC-A3A4-430D-8A0D-E960F344711C}" type="pres">
      <dgm:prSet presAssocID="{C76E38C5-D1AC-4768-8279-8BAF3E7F2358}" presName="Name21" presStyleCnt="0"/>
      <dgm:spPr/>
    </dgm:pt>
    <dgm:pt modelId="{9578A4AE-4DFA-4178-BE42-370B268995E3}" type="pres">
      <dgm:prSet presAssocID="{C76E38C5-D1AC-4768-8279-8BAF3E7F2358}" presName="level2Shape" presStyleLbl="node3" presStyleIdx="17" presStyleCnt="19"/>
      <dgm:spPr/>
    </dgm:pt>
    <dgm:pt modelId="{3722168D-30AB-4697-B377-FDFD3143AFDC}" type="pres">
      <dgm:prSet presAssocID="{C76E38C5-D1AC-4768-8279-8BAF3E7F2358}" presName="hierChild3" presStyleCnt="0"/>
      <dgm:spPr/>
    </dgm:pt>
    <dgm:pt modelId="{932F5401-4B65-4A67-A736-1A6169534797}" type="pres">
      <dgm:prSet presAssocID="{59A55019-8359-4A76-A071-C7D939615FA3}" presName="Name19" presStyleLbl="parChTrans1D3" presStyleIdx="18" presStyleCnt="19"/>
      <dgm:spPr/>
    </dgm:pt>
    <dgm:pt modelId="{73EB7750-3749-41F0-A4AA-E632B6614A08}" type="pres">
      <dgm:prSet presAssocID="{96F21FA5-CAB6-425D-B6DD-95C34D81E142}" presName="Name21" presStyleCnt="0"/>
      <dgm:spPr/>
    </dgm:pt>
    <dgm:pt modelId="{E9B725DF-A0AC-43F5-829B-71E259FD90D2}" type="pres">
      <dgm:prSet presAssocID="{96F21FA5-CAB6-425D-B6DD-95C34D81E142}" presName="level2Shape" presStyleLbl="node3" presStyleIdx="18" presStyleCnt="19"/>
      <dgm:spPr/>
    </dgm:pt>
    <dgm:pt modelId="{6A759DEF-6511-4DAA-B6AE-164EDD4D6C13}" type="pres">
      <dgm:prSet presAssocID="{96F21FA5-CAB6-425D-B6DD-95C34D81E142}" presName="hierChild3" presStyleCnt="0"/>
      <dgm:spPr/>
    </dgm:pt>
    <dgm:pt modelId="{70D2DA35-874A-4254-88FB-BF53E32B5E94}" type="pres">
      <dgm:prSet presAssocID="{E4B9346D-9B4F-4393-9AB7-E91FE01D74FB}" presName="bgShapesFlow" presStyleCnt="0"/>
      <dgm:spPr/>
    </dgm:pt>
  </dgm:ptLst>
  <dgm:cxnLst>
    <dgm:cxn modelId="{7FCCB702-C4A4-4C65-9664-4424D0D575D2}" type="presOf" srcId="{9F45FAD7-05A1-42D0-8CD5-105119AF3A6D}" destId="{C8C6078E-960B-4317-A1FE-9A66F8B7BA0F}" srcOrd="0" destOrd="0" presId="urn:microsoft.com/office/officeart/2005/8/layout/hierarchy6"/>
    <dgm:cxn modelId="{71FF2003-B125-46D9-9E0F-9115F5894D18}" srcId="{D365F921-1506-40AD-8E6E-7A6FB2718247}" destId="{756F4C42-3342-4D53-81B7-8161C5D1995E}" srcOrd="1" destOrd="0" parTransId="{678A6F1C-A0B2-4163-A3A8-5332B6036F6F}" sibTransId="{BE6C5239-4641-4639-A0BD-7B6B967C895F}"/>
    <dgm:cxn modelId="{5C5CF406-ECC6-4869-B1ED-1BD67380F67D}" type="presOf" srcId="{8020D552-A2F3-4D88-A6A0-27FB67668287}" destId="{9A198914-D4B4-45C4-B869-30B70AEEC8D1}" srcOrd="0" destOrd="0" presId="urn:microsoft.com/office/officeart/2005/8/layout/hierarchy6"/>
    <dgm:cxn modelId="{A5822C0D-985C-402C-843E-BD10DA296C7F}" type="presOf" srcId="{96F21FA5-CAB6-425D-B6DD-95C34D81E142}" destId="{E9B725DF-A0AC-43F5-829B-71E259FD90D2}" srcOrd="0" destOrd="0" presId="urn:microsoft.com/office/officeart/2005/8/layout/hierarchy6"/>
    <dgm:cxn modelId="{1553D813-FAC2-4DA1-9C66-53807B1338AE}" type="presOf" srcId="{2EC5791D-B9AA-4CFF-85B6-4FBB7AF9236A}" destId="{812D26AA-7536-4989-A280-88C3CE0A5878}" srcOrd="0" destOrd="0" presId="urn:microsoft.com/office/officeart/2005/8/layout/hierarchy6"/>
    <dgm:cxn modelId="{F0031817-2250-465C-B0F2-48C3463D3D84}" type="presOf" srcId="{2DCD2EE2-A902-441A-B18B-1CD4BA0381CA}" destId="{A489ACC2-DDD9-4A58-AFFE-DD7F7A92DF46}" srcOrd="0" destOrd="0" presId="urn:microsoft.com/office/officeart/2005/8/layout/hierarchy6"/>
    <dgm:cxn modelId="{D4967A1A-B03B-4123-B0E8-23B64271249C}" type="presOf" srcId="{5EF58F36-FD3C-4DB4-A392-3760737AE1D4}" destId="{1E85D4BE-91E0-495D-AFED-D678A560FFB5}" srcOrd="0" destOrd="0" presId="urn:microsoft.com/office/officeart/2005/8/layout/hierarchy6"/>
    <dgm:cxn modelId="{8C571E1C-9059-4F06-AE53-2C1CE419C863}" type="presOf" srcId="{356B0A39-A031-4030-BA2B-C69E756B89A6}" destId="{ED3B0F01-A9B6-416E-B774-0B06023C9765}" srcOrd="0" destOrd="0" presId="urn:microsoft.com/office/officeart/2005/8/layout/hierarchy6"/>
    <dgm:cxn modelId="{BCF5A51C-945F-45BC-86AE-9BCB032AC13B}" type="presOf" srcId="{062D6D2D-C322-4948-86B7-AC311238BB5A}" destId="{80B9C36B-B2BE-400D-B5E7-931B324DFE8E}" srcOrd="0" destOrd="0" presId="urn:microsoft.com/office/officeart/2005/8/layout/hierarchy6"/>
    <dgm:cxn modelId="{27B77F1D-68DE-4302-BBB3-012F427BD3DD}" type="presOf" srcId="{83868C8B-CBE3-4C0B-8D3E-49556563C016}" destId="{15A9421A-8776-41B4-80E0-0B684C6F20F0}" srcOrd="0" destOrd="0" presId="urn:microsoft.com/office/officeart/2005/8/layout/hierarchy6"/>
    <dgm:cxn modelId="{D46D331F-F038-46FC-86E1-752790A318F2}" srcId="{5EF58F36-FD3C-4DB4-A392-3760737AE1D4}" destId="{569135D8-2834-4622-B4CC-FFFBBD6158A2}" srcOrd="0" destOrd="0" parTransId="{643B64DA-F047-408D-835D-1E3A7A4AE3E5}" sibTransId="{98C46CBC-9555-4798-92C6-E997A4EBD8A5}"/>
    <dgm:cxn modelId="{C8B59520-9218-45BA-94B1-BC5AF3D37915}" srcId="{83868C8B-CBE3-4C0B-8D3E-49556563C016}" destId="{72EC52C4-D99C-43FD-88E9-C7EB98880F5C}" srcOrd="2" destOrd="0" parTransId="{C40D9541-B43A-499B-95C3-8454083B1714}" sibTransId="{3B56924E-49C8-4CD2-98E5-E5CF60D12AB6}"/>
    <dgm:cxn modelId="{AB34FD20-E14B-4080-AD1C-5E8FAFBEABF7}" type="presOf" srcId="{0DC8E7F0-EC0A-41ED-A729-AED283F2C515}" destId="{C5D00023-EFEA-47DA-B133-7174807F1014}" srcOrd="0" destOrd="0" presId="urn:microsoft.com/office/officeart/2005/8/layout/hierarchy6"/>
    <dgm:cxn modelId="{C638ED24-0956-4979-BC22-D15518F54F0C}" type="presOf" srcId="{D8040807-D8A1-4093-9F68-8DCC8B81AEAF}" destId="{C54274FA-2855-4BF8-BA88-B4FE8E8B15D3}" srcOrd="0" destOrd="0" presId="urn:microsoft.com/office/officeart/2005/8/layout/hierarchy6"/>
    <dgm:cxn modelId="{A8008F26-15FA-4086-888E-C39EAC4D94ED}" srcId="{2EC5791D-B9AA-4CFF-85B6-4FBB7AF9236A}" destId="{C76E38C5-D1AC-4768-8279-8BAF3E7F2358}" srcOrd="7" destOrd="0" parTransId="{356B0A39-A031-4030-BA2B-C69E756B89A6}" sibTransId="{18C54076-454C-4C53-AD1B-C5379C5CDEFE}"/>
    <dgm:cxn modelId="{8BDF8428-9FA4-451B-A35C-6713B4B395D0}" type="presOf" srcId="{4E2D6534-3EDF-4ED6-BC06-FB290EDC9D26}" destId="{C6CCE1EA-A885-4F8B-83D5-729956E8BE6C}" srcOrd="0" destOrd="0" presId="urn:microsoft.com/office/officeart/2005/8/layout/hierarchy6"/>
    <dgm:cxn modelId="{E3A6AF2D-5C12-499B-8EE3-4C640CD6F34E}" type="presOf" srcId="{32FA5B5C-657B-490E-9A85-F00C350C7795}" destId="{C14A6D7C-A088-45EC-BC17-E9EF74FE83B5}" srcOrd="0" destOrd="0" presId="urn:microsoft.com/office/officeart/2005/8/layout/hierarchy6"/>
    <dgm:cxn modelId="{98074434-FF2B-4FE3-B49C-91803645B178}" type="presOf" srcId="{72EC52C4-D99C-43FD-88E9-C7EB98880F5C}" destId="{12D33EE9-67BF-45D7-9DB1-B6AED5184BF5}" srcOrd="0" destOrd="0" presId="urn:microsoft.com/office/officeart/2005/8/layout/hierarchy6"/>
    <dgm:cxn modelId="{98D33E38-32E0-4ADB-8F77-13329308A8EB}" type="presOf" srcId="{285CDA10-E594-4B45-87ED-E4BC8D1AB7AF}" destId="{B52D8FE6-4464-4551-9BFB-3314B9AEFB19}" srcOrd="0" destOrd="0" presId="urn:microsoft.com/office/officeart/2005/8/layout/hierarchy6"/>
    <dgm:cxn modelId="{314B2A3A-9C6E-494A-B584-FE73DB6F3F39}" srcId="{83868C8B-CBE3-4C0B-8D3E-49556563C016}" destId="{427C1DBF-81AB-4A48-9FDC-D24481FB6E45}" srcOrd="1" destOrd="0" parTransId="{BAC08257-EEA0-4059-BA2F-5A6E9240E6D4}" sibTransId="{CC2E9A14-9437-4E20-ADA8-4DCD40149D7E}"/>
    <dgm:cxn modelId="{3F75FD3B-375F-4857-AEC6-052AE98144AC}" srcId="{756F4C42-3342-4D53-81B7-8161C5D1995E}" destId="{096999ED-1202-4F39-8DF1-EF7531B83928}" srcOrd="3" destOrd="0" parTransId="{9F45FAD7-05A1-42D0-8CD5-105119AF3A6D}" sibTransId="{B8121465-2692-409E-970E-5A451ECC8F2B}"/>
    <dgm:cxn modelId="{49F6FC3E-CC39-4BFD-81BB-03502B2F9858}" type="presOf" srcId="{4053F3ED-E0EA-4E6B-BCEA-CF3B028024E0}" destId="{FE40E363-D75E-44AE-A06A-3C7D1DDF167F}" srcOrd="0" destOrd="0" presId="urn:microsoft.com/office/officeart/2005/8/layout/hierarchy6"/>
    <dgm:cxn modelId="{2E10E33F-9498-40A2-8817-988B269470D9}" type="presOf" srcId="{756F4C42-3342-4D53-81B7-8161C5D1995E}" destId="{9C31ACF3-1FC9-4379-8502-52EF09D2C887}" srcOrd="0" destOrd="0" presId="urn:microsoft.com/office/officeart/2005/8/layout/hierarchy6"/>
    <dgm:cxn modelId="{AC5BAB40-165C-455B-97DF-602DF0AC8F68}" srcId="{5EF58F36-FD3C-4DB4-A392-3760737AE1D4}" destId="{BC04A4AC-0685-488A-BB24-9DC2E8A7D6C8}" srcOrd="4" destOrd="0" parTransId="{88740C4D-9C45-41A6-B521-CB1BB5C2A7D3}" sibTransId="{56C1C11D-D0EE-4C93-984F-7C0B9F7F2855}"/>
    <dgm:cxn modelId="{3CE8585D-D3AF-4B4F-B9BC-FD64AA49E437}" srcId="{756F4C42-3342-4D53-81B7-8161C5D1995E}" destId="{5DD0A338-3341-4D3F-90F6-8C14D37D3A9A}" srcOrd="2" destOrd="0" parTransId="{059E5DBC-6972-4E3D-A4B0-34ACF07E93D6}" sibTransId="{399AE3D7-44D2-47C7-8A73-246469FBBBCE}"/>
    <dgm:cxn modelId="{CB12755F-8A60-48E8-9108-02021050AE14}" type="presOf" srcId="{7ACFC493-70B1-4205-84E4-03D2A1C01E7C}" destId="{3AF9CF35-F354-4C92-8462-6C2C3B7CD935}" srcOrd="0" destOrd="0" presId="urn:microsoft.com/office/officeart/2005/8/layout/hierarchy6"/>
    <dgm:cxn modelId="{F6DB6B65-95BB-4223-8973-B67AB4F2AE4B}" type="presOf" srcId="{1BCAFC28-9822-4B0A-B3C4-AD8B8F32BD36}" destId="{F3EB56A3-24BA-4905-8B3A-E0F403EDA663}" srcOrd="0" destOrd="0" presId="urn:microsoft.com/office/officeart/2005/8/layout/hierarchy6"/>
    <dgm:cxn modelId="{25EB3446-99E4-434A-BB96-2ADA9EB480B8}" type="presOf" srcId="{096999ED-1202-4F39-8DF1-EF7531B83928}" destId="{7B957226-79EA-40B4-98D3-658112611D45}" srcOrd="0" destOrd="0" presId="urn:microsoft.com/office/officeart/2005/8/layout/hierarchy6"/>
    <dgm:cxn modelId="{08BDD546-1F7A-413A-B5B8-E15C7E942720}" type="presOf" srcId="{059E5DBC-6972-4E3D-A4B0-34ACF07E93D6}" destId="{0B3E6A72-E502-49E4-B93D-BB9F62F95EDE}" srcOrd="0" destOrd="0" presId="urn:microsoft.com/office/officeart/2005/8/layout/hierarchy6"/>
    <dgm:cxn modelId="{723A0469-97D2-4322-9BB3-033535E17A52}" type="presOf" srcId="{C00B28F3-7324-468E-85D6-710A096E5123}" destId="{89B49F20-9C83-4501-B1A4-6A7F2FDA4EA3}" srcOrd="0" destOrd="0" presId="urn:microsoft.com/office/officeart/2005/8/layout/hierarchy6"/>
    <dgm:cxn modelId="{CC68EB49-D287-474E-AB4F-2321B3228A8E}" type="presOf" srcId="{BAC08257-EEA0-4059-BA2F-5A6E9240E6D4}" destId="{D9E6D476-A839-4B46-BFDE-BDDECDB7BB7E}" srcOrd="0" destOrd="0" presId="urn:microsoft.com/office/officeart/2005/8/layout/hierarchy6"/>
    <dgm:cxn modelId="{1CB29E6A-2CAA-4B12-90C8-0DAE76836AC7}" type="presOf" srcId="{D9CD0D21-14CF-439B-A081-522E206ECC4E}" destId="{7D5DAFF4-2240-40ED-8E89-82E0E27C963A}" srcOrd="0" destOrd="0" presId="urn:microsoft.com/office/officeart/2005/8/layout/hierarchy6"/>
    <dgm:cxn modelId="{FFB26C4B-EBB0-431A-BFF9-A34BC623EA35}" srcId="{2EC5791D-B9AA-4CFF-85B6-4FBB7AF9236A}" destId="{8BB553B8-5356-47F3-ADBA-985320A55AD9}" srcOrd="2" destOrd="0" parTransId="{35C6EA55-FABA-4B7C-8AC8-B435AF91926B}" sibTransId="{B642CF9D-A192-44CD-9E20-954AE830E439}"/>
    <dgm:cxn modelId="{6497576F-09E2-4827-A8E2-D9F73AB151C7}" type="presOf" srcId="{D56B71EE-F40D-4D5D-91B9-8161355478C5}" destId="{7961C9EC-443A-466A-AFAD-7AB00370A0DB}" srcOrd="0" destOrd="0" presId="urn:microsoft.com/office/officeart/2005/8/layout/hierarchy6"/>
    <dgm:cxn modelId="{818A9150-DAD9-4308-A2C7-BCD13FD34B08}" type="presOf" srcId="{569135D8-2834-4622-B4CC-FFFBBD6158A2}" destId="{DB8DFF79-6797-4F27-BD37-C1F93DA4D8E8}" srcOrd="0" destOrd="0" presId="urn:microsoft.com/office/officeart/2005/8/layout/hierarchy6"/>
    <dgm:cxn modelId="{124AB250-6599-433C-9BD1-41F868F6BFF1}" type="presOf" srcId="{678A6F1C-A0B2-4163-A3A8-5332B6036F6F}" destId="{E56BF060-CE11-4DA0-A784-57EA414518AE}" srcOrd="0" destOrd="0" presId="urn:microsoft.com/office/officeart/2005/8/layout/hierarchy6"/>
    <dgm:cxn modelId="{03155451-F105-42F0-8CB2-A2232B4AB42C}" srcId="{2EC5791D-B9AA-4CFF-85B6-4FBB7AF9236A}" destId="{F3AAD2F1-4E1A-46B9-B378-807542C6D7BE}" srcOrd="4" destOrd="0" parTransId="{4053F3ED-E0EA-4E6B-BCEA-CF3B028024E0}" sibTransId="{8CFD9179-2204-418A-B0F3-6A15D517C5D2}"/>
    <dgm:cxn modelId="{1CBD6A75-B16D-448A-99AC-85B20CEE5A5B}" type="presOf" srcId="{F3AAD2F1-4E1A-46B9-B378-807542C6D7BE}" destId="{2375610F-8AA0-4A4D-B0FC-5111854F3F33}" srcOrd="0" destOrd="0" presId="urn:microsoft.com/office/officeart/2005/8/layout/hierarchy6"/>
    <dgm:cxn modelId="{B7638776-243D-4B64-AAF1-5320A853A63D}" type="presOf" srcId="{55C1C2C0-5079-47CE-A7FA-7F4E786CBBAB}" destId="{26A09930-D7A0-415A-9C77-A66EB5E386BD}" srcOrd="0" destOrd="0" presId="urn:microsoft.com/office/officeart/2005/8/layout/hierarchy6"/>
    <dgm:cxn modelId="{CBB1D879-899E-4C2C-93C5-7FD9A12C1F5D}" srcId="{5EF58F36-FD3C-4DB4-A392-3760737AE1D4}" destId="{F850BF39-159D-459E-AB6B-D1B355331DCD}" srcOrd="1" destOrd="0" parTransId="{C00B28F3-7324-468E-85D6-710A096E5123}" sibTransId="{3EBFC426-9A0B-4F05-A2D8-6201D2634DC1}"/>
    <dgm:cxn modelId="{277AFA79-D92E-4860-873D-BB7672274AD5}" type="presOf" srcId="{88740C4D-9C45-41A6-B521-CB1BB5C2A7D3}" destId="{11BCBAC3-4338-4D1F-996B-791A6D421E13}" srcOrd="0" destOrd="0" presId="urn:microsoft.com/office/officeart/2005/8/layout/hierarchy6"/>
    <dgm:cxn modelId="{897A157A-BCE4-4904-AD5C-1E2243F73697}" srcId="{2EC5791D-B9AA-4CFF-85B6-4FBB7AF9236A}" destId="{FC235EEB-DAAE-4514-9941-32599987F2BB}" srcOrd="3" destOrd="0" parTransId="{313A530B-B6A1-40B2-919C-5D9DC8FF8D93}" sibTransId="{007E4FB5-4F72-46F1-99EC-11FDF35A283D}"/>
    <dgm:cxn modelId="{B9B94F7A-567F-40B4-931D-8A3192408DAF}" srcId="{D365F921-1506-40AD-8E6E-7A6FB2718247}" destId="{2EC5791D-B9AA-4CFF-85B6-4FBB7AF9236A}" srcOrd="2" destOrd="0" parTransId="{062D6D2D-C322-4948-86B7-AC311238BB5A}" sibTransId="{6DD33DC5-200D-411C-ACBB-275B72003A67}"/>
    <dgm:cxn modelId="{34304481-4EB3-418D-A301-332335C6DDF1}" type="presOf" srcId="{F850BF39-159D-459E-AB6B-D1B355331DCD}" destId="{FA230B8D-1D8E-41AD-B1CB-E6791AFA31B2}" srcOrd="0" destOrd="0" presId="urn:microsoft.com/office/officeart/2005/8/layout/hierarchy6"/>
    <dgm:cxn modelId="{7D885883-A188-4AAA-B1C3-784336D1B4E4}" type="presOf" srcId="{FC235EEB-DAAE-4514-9941-32599987F2BB}" destId="{86D3F454-2CE1-42CF-B2A0-6A62B91F111F}" srcOrd="0" destOrd="0" presId="urn:microsoft.com/office/officeart/2005/8/layout/hierarchy6"/>
    <dgm:cxn modelId="{EF7EAC8E-BE58-4E8B-9F86-ECB4AA2FFF53}" srcId="{83868C8B-CBE3-4C0B-8D3E-49556563C016}" destId="{D56B71EE-F40D-4D5D-91B9-8161355478C5}" srcOrd="3" destOrd="0" parTransId="{BD21B6EA-8264-41C3-BA18-9981CCDC9BE9}" sibTransId="{776F18D3-74B6-4D14-8D04-8222A75B018B}"/>
    <dgm:cxn modelId="{485FAC93-9A2C-4252-8E00-1E1E99B707AD}" type="presOf" srcId="{BD21B6EA-8264-41C3-BA18-9981CCDC9BE9}" destId="{BB60D9D4-BF0A-4F27-A496-C717BD7A4D94}" srcOrd="0" destOrd="0" presId="urn:microsoft.com/office/officeart/2005/8/layout/hierarchy6"/>
    <dgm:cxn modelId="{EF51EF9F-6652-4CA5-902E-82F9E694E4FA}" type="presOf" srcId="{E4B9346D-9B4F-4393-9AB7-E91FE01D74FB}" destId="{44620F29-061B-4291-9816-70F13511E6B3}" srcOrd="0" destOrd="0" presId="urn:microsoft.com/office/officeart/2005/8/layout/hierarchy6"/>
    <dgm:cxn modelId="{C9AD73A1-93D1-4C60-9A81-28446E04C00B}" srcId="{2EC5791D-B9AA-4CFF-85B6-4FBB7AF9236A}" destId="{96F21FA5-CAB6-425D-B6DD-95C34D81E142}" srcOrd="8" destOrd="0" parTransId="{59A55019-8359-4A76-A071-C7D939615FA3}" sibTransId="{E83B8FC0-6273-4BAF-8A27-65E3A964CF1B}"/>
    <dgm:cxn modelId="{3AF851A5-CC20-4F95-A751-AB00492E483E}" srcId="{2EC5791D-B9AA-4CFF-85B6-4FBB7AF9236A}" destId="{1BCAFC28-9822-4B0A-B3C4-AD8B8F32BD36}" srcOrd="0" destOrd="0" parTransId="{D8040807-D8A1-4093-9F68-8DCC8B81AEAF}" sibTransId="{EAF2C4C2-9100-4713-AC10-1EE0E88944D8}"/>
    <dgm:cxn modelId="{75CF9EAB-841D-48B8-8B52-5FFA2DA55818}" type="presOf" srcId="{33963446-1225-48CE-A21E-282872146656}" destId="{72CF2859-E745-41FA-A4DB-98D4AB2B3288}" srcOrd="0" destOrd="0" presId="urn:microsoft.com/office/officeart/2005/8/layout/hierarchy6"/>
    <dgm:cxn modelId="{C62DB0AD-6A89-4890-AC8F-5406E9FF84B0}" srcId="{2EC5791D-B9AA-4CFF-85B6-4FBB7AF9236A}" destId="{33963446-1225-48CE-A21E-282872146656}" srcOrd="6" destOrd="0" parTransId="{01E51359-C049-46E1-A412-BCDD9E82CE58}" sibTransId="{FD9C4DE6-433C-4146-AB76-21FE19430ECF}"/>
    <dgm:cxn modelId="{99ECBEAD-D015-43CA-83B2-874E51BEAE5D}" srcId="{83868C8B-CBE3-4C0B-8D3E-49556563C016}" destId="{09B0A7C9-A5C5-4692-8A0A-F9B9188ED79B}" srcOrd="4" destOrd="0" parTransId="{7ACFC493-70B1-4205-84E4-03D2A1C01E7C}" sibTransId="{BD7A63E6-81F0-490C-9A05-95B6558C8805}"/>
    <dgm:cxn modelId="{E58DC2AD-838D-48E9-A9DD-C22E49F9A8C1}" type="presOf" srcId="{D365F921-1506-40AD-8E6E-7A6FB2718247}" destId="{7C9D7086-333F-4504-8DAE-1E9B2A37DD21}" srcOrd="0" destOrd="0" presId="urn:microsoft.com/office/officeart/2005/8/layout/hierarchy6"/>
    <dgm:cxn modelId="{CFDFC0AE-1690-4133-90BE-FF29DEBA6EDF}" type="presOf" srcId="{8BB553B8-5356-47F3-ADBA-985320A55AD9}" destId="{34865DFE-77BD-4A31-956F-AA2D821C6FDE}" srcOrd="0" destOrd="0" presId="urn:microsoft.com/office/officeart/2005/8/layout/hierarchy6"/>
    <dgm:cxn modelId="{A890E7AF-6928-4510-8EAB-811717389479}" type="presOf" srcId="{59A55019-8359-4A76-A071-C7D939615FA3}" destId="{932F5401-4B65-4A67-A736-1A6169534797}" srcOrd="0" destOrd="0" presId="urn:microsoft.com/office/officeart/2005/8/layout/hierarchy6"/>
    <dgm:cxn modelId="{B98798B0-1D51-498C-BA51-B78F737E25E3}" type="presOf" srcId="{7D0837BD-1041-485D-96E7-50A7F4610E94}" destId="{72222AAB-3407-420A-8A94-DD0890CFD444}" srcOrd="0" destOrd="0" presId="urn:microsoft.com/office/officeart/2005/8/layout/hierarchy6"/>
    <dgm:cxn modelId="{4746A4B0-F25C-441F-9903-734E3AF37B1E}" type="presOf" srcId="{09B0A7C9-A5C5-4692-8A0A-F9B9188ED79B}" destId="{7266BA60-F582-48DF-96E1-42C9188863E0}" srcOrd="0" destOrd="0" presId="urn:microsoft.com/office/officeart/2005/8/layout/hierarchy6"/>
    <dgm:cxn modelId="{C8C6F9B1-5894-4764-A23C-85E4B128F16E}" srcId="{5EF58F36-FD3C-4DB4-A392-3760737AE1D4}" destId="{83868C8B-CBE3-4C0B-8D3E-49556563C016}" srcOrd="3" destOrd="0" parTransId="{BEEF6824-4274-4F54-AAA0-6EF945E1FA3D}" sibTransId="{36402B97-FEF0-4DB3-8EC1-A8FCFA54C2DF}"/>
    <dgm:cxn modelId="{93FEC4B4-DBD3-4E2A-9E61-663E6A448CE5}" srcId="{E4B9346D-9B4F-4393-9AB7-E91FE01D74FB}" destId="{D365F921-1506-40AD-8E6E-7A6FB2718247}" srcOrd="0" destOrd="0" parTransId="{1B019988-7EC0-441B-B13C-245F772E9F71}" sibTransId="{2DCEDCE1-F609-4B64-BA53-B134BE582CDA}"/>
    <dgm:cxn modelId="{1A0B24B5-2F75-4DE4-9ED3-73234A076219}" srcId="{83868C8B-CBE3-4C0B-8D3E-49556563C016}" destId="{E624D4B3-59E9-4A8E-9CD3-A9EC8E82D25E}" srcOrd="0" destOrd="0" parTransId="{F4A8F8F5-72D6-472F-A96E-D6DDAB9A09C7}" sibTransId="{0DC460D6-A1F2-41C3-8B68-54F549A08BB3}"/>
    <dgm:cxn modelId="{4E3833B5-F3FB-418E-AE69-8739E58EA863}" type="presOf" srcId="{BC04A4AC-0685-488A-BB24-9DC2E8A7D6C8}" destId="{387A1342-CAA0-45C9-9FB1-A6C02258C866}" srcOrd="0" destOrd="0" presId="urn:microsoft.com/office/officeart/2005/8/layout/hierarchy6"/>
    <dgm:cxn modelId="{F0C086B7-11FD-45B1-B922-9E9EFE2EEF4D}" type="presOf" srcId="{313A530B-B6A1-40B2-919C-5D9DC8FF8D93}" destId="{0180638C-D068-4DB2-9929-DF62F8EB1956}" srcOrd="0" destOrd="0" presId="urn:microsoft.com/office/officeart/2005/8/layout/hierarchy6"/>
    <dgm:cxn modelId="{DD7D98B7-7968-4B4D-A0E9-566FC97B120C}" type="presOf" srcId="{BFA56A5F-659C-437A-8D79-1281050F6399}" destId="{BED9ABE1-74FD-425F-AF50-432A086EFB6A}" srcOrd="0" destOrd="0" presId="urn:microsoft.com/office/officeart/2005/8/layout/hierarchy6"/>
    <dgm:cxn modelId="{C8AFD6BA-65FF-4B89-96A4-302433C3949D}" type="presOf" srcId="{E624D4B3-59E9-4A8E-9CD3-A9EC8E82D25E}" destId="{C7643AB4-0F51-4848-947F-4B74DC40E779}" srcOrd="0" destOrd="0" presId="urn:microsoft.com/office/officeart/2005/8/layout/hierarchy6"/>
    <dgm:cxn modelId="{A3BB0DBB-1D63-4DF2-A297-7413A440E9AF}" type="presOf" srcId="{D0FC7FE6-AA39-441E-A75F-0FD6B5874714}" destId="{B4583DB6-1E90-494C-B04E-180A295A55A3}" srcOrd="0" destOrd="0" presId="urn:microsoft.com/office/officeart/2005/8/layout/hierarchy6"/>
    <dgm:cxn modelId="{677598BE-E833-4655-BDA1-574BC2404560}" type="presOf" srcId="{F4A8F8F5-72D6-472F-A96E-D6DDAB9A09C7}" destId="{6E73A0E5-56F6-4F53-8AE5-2286816F2A75}" srcOrd="0" destOrd="0" presId="urn:microsoft.com/office/officeart/2005/8/layout/hierarchy6"/>
    <dgm:cxn modelId="{BAAB00C0-AB18-4561-AEAA-2CBBC7D5C9FD}" type="presOf" srcId="{643B64DA-F047-408D-835D-1E3A7A4AE3E5}" destId="{7527056D-F852-4E77-838D-ACB32BECC3FB}" srcOrd="0" destOrd="0" presId="urn:microsoft.com/office/officeart/2005/8/layout/hierarchy6"/>
    <dgm:cxn modelId="{EDF89EC5-FDB7-4B3F-B567-582D04B41A1F}" type="presOf" srcId="{C76E38C5-D1AC-4768-8279-8BAF3E7F2358}" destId="{9578A4AE-4DFA-4178-BE42-370B268995E3}" srcOrd="0" destOrd="0" presId="urn:microsoft.com/office/officeart/2005/8/layout/hierarchy6"/>
    <dgm:cxn modelId="{B4A46AC6-F626-467E-9E44-A12FB021D05D}" srcId="{2EC5791D-B9AA-4CFF-85B6-4FBB7AF9236A}" destId="{7D0837BD-1041-485D-96E7-50A7F4610E94}" srcOrd="1" destOrd="0" parTransId="{4E2D6534-3EDF-4ED6-BC06-FB290EDC9D26}" sibTransId="{2DC738B6-906A-4B1B-AF81-DDE8BFDB1135}"/>
    <dgm:cxn modelId="{099F60C7-4FF0-40B0-8606-378119E177FA}" srcId="{756F4C42-3342-4D53-81B7-8161C5D1995E}" destId="{32FA5B5C-657B-490E-9A85-F00C350C7795}" srcOrd="1" destOrd="0" parTransId="{D0FC7FE6-AA39-441E-A75F-0FD6B5874714}" sibTransId="{DD48FC2D-4079-42E4-9A0E-D26FBF4327DB}"/>
    <dgm:cxn modelId="{518BCFC7-2AA0-4469-A5B7-5482F58D0058}" type="presOf" srcId="{BEEF6824-4274-4F54-AAA0-6EF945E1FA3D}" destId="{BC608077-D4F6-463C-92C3-349ABA49C387}" srcOrd="0" destOrd="0" presId="urn:microsoft.com/office/officeart/2005/8/layout/hierarchy6"/>
    <dgm:cxn modelId="{4156AAC9-45BD-4C32-8FBE-3E20852E0C97}" type="presOf" srcId="{61F6ADBB-C170-4399-B684-494FB702C547}" destId="{45ECFE74-8C23-412D-B147-6B26FE52D4A8}" srcOrd="0" destOrd="0" presId="urn:microsoft.com/office/officeart/2005/8/layout/hierarchy6"/>
    <dgm:cxn modelId="{B97A6ECC-6456-4D59-9F4A-10EA7F7A8B5D}" srcId="{5EF58F36-FD3C-4DB4-A392-3760737AE1D4}" destId="{0DC8E7F0-EC0A-41ED-A729-AED283F2C515}" srcOrd="2" destOrd="0" parTransId="{61F6ADBB-C170-4399-B684-494FB702C547}" sibTransId="{F78F06E0-EA47-4FEE-A137-6F66639F6500}"/>
    <dgm:cxn modelId="{D46B1ED6-5C37-4CA6-9915-E38A54BD8F01}" srcId="{756F4C42-3342-4D53-81B7-8161C5D1995E}" destId="{2DCD2EE2-A902-441A-B18B-1CD4BA0381CA}" srcOrd="4" destOrd="0" parTransId="{D9CD0D21-14CF-439B-A081-522E206ECC4E}" sibTransId="{8AECA606-8D4E-41D3-A9DF-03B0EC5E88A0}"/>
    <dgm:cxn modelId="{77A175DC-6C02-4372-92E1-4A9B726AEAB0}" type="presOf" srcId="{35C6EA55-FABA-4B7C-8AC8-B435AF91926B}" destId="{42E43061-3484-4225-8BC9-F661263DFE0F}" srcOrd="0" destOrd="0" presId="urn:microsoft.com/office/officeart/2005/8/layout/hierarchy6"/>
    <dgm:cxn modelId="{7D82FEE0-C6D1-4DAF-AD26-77A24129FB2B}" srcId="{2EC5791D-B9AA-4CFF-85B6-4FBB7AF9236A}" destId="{E26205F9-F11B-4754-A299-D680E6866BC4}" srcOrd="5" destOrd="0" parTransId="{BFA56A5F-659C-437A-8D79-1281050F6399}" sibTransId="{716FC6D0-95D0-4E61-8A5E-9D3911356238}"/>
    <dgm:cxn modelId="{209520E3-A7BB-4898-A4BA-FA6A3734E22C}" type="presOf" srcId="{01E51359-C049-46E1-A412-BCDD9E82CE58}" destId="{E41C5880-7B1B-4DAB-B0E7-A987DC7F892D}" srcOrd="0" destOrd="0" presId="urn:microsoft.com/office/officeart/2005/8/layout/hierarchy6"/>
    <dgm:cxn modelId="{A8C936E5-63DA-4B55-B74F-5551EBAE9BCA}" type="presOf" srcId="{C40D9541-B43A-499B-95C3-8454083B1714}" destId="{28F13E25-2D6A-4D10-B8CC-C068479A9CF0}" srcOrd="0" destOrd="0" presId="urn:microsoft.com/office/officeart/2005/8/layout/hierarchy6"/>
    <dgm:cxn modelId="{62D8CAE8-B2DC-4BCA-BF1B-FBB4AA9A89BF}" type="presOf" srcId="{5DD0A338-3341-4D3F-90F6-8C14D37D3A9A}" destId="{5FFF3F73-E30A-4EFF-9686-81FBA453607C}" srcOrd="0" destOrd="0" presId="urn:microsoft.com/office/officeart/2005/8/layout/hierarchy6"/>
    <dgm:cxn modelId="{ECC4EEEA-C8AF-4C33-A529-EAE355F49BA7}" type="presOf" srcId="{427C1DBF-81AB-4A48-9FDC-D24481FB6E45}" destId="{10B02484-6D8C-4860-885A-E1362C1DD1EA}" srcOrd="0" destOrd="0" presId="urn:microsoft.com/office/officeart/2005/8/layout/hierarchy6"/>
    <dgm:cxn modelId="{13C16DEE-9951-45AC-8A4B-F03AED579603}" srcId="{D365F921-1506-40AD-8E6E-7A6FB2718247}" destId="{5EF58F36-FD3C-4DB4-A392-3760737AE1D4}" srcOrd="0" destOrd="0" parTransId="{8020D552-A2F3-4D88-A6A0-27FB67668287}" sibTransId="{C6DFE6EF-6716-4CE4-B161-482C1FB85BC9}"/>
    <dgm:cxn modelId="{5BA4D6F6-9721-46E8-AD74-DEEAD0F6CE24}" srcId="{756F4C42-3342-4D53-81B7-8161C5D1995E}" destId="{285CDA10-E594-4B45-87ED-E4BC8D1AB7AF}" srcOrd="0" destOrd="0" parTransId="{55C1C2C0-5079-47CE-A7FA-7F4E786CBBAB}" sibTransId="{63706267-A387-411C-9EB9-44532928E5D9}"/>
    <dgm:cxn modelId="{1636D9FD-9BD0-40CF-B617-F122122BB92E}" type="presOf" srcId="{E26205F9-F11B-4754-A299-D680E6866BC4}" destId="{D0487D71-6214-407A-A92F-6DC31B412675}" srcOrd="0" destOrd="0" presId="urn:microsoft.com/office/officeart/2005/8/layout/hierarchy6"/>
    <dgm:cxn modelId="{77AAD12C-2DF8-4CD6-A05A-D14366F85C31}" type="presParOf" srcId="{44620F29-061B-4291-9816-70F13511E6B3}" destId="{884B7590-05B3-4742-A4EB-81F74483356A}" srcOrd="0" destOrd="0" presId="urn:microsoft.com/office/officeart/2005/8/layout/hierarchy6"/>
    <dgm:cxn modelId="{0D7BFC2A-3C07-4CAB-993D-147579781448}" type="presParOf" srcId="{884B7590-05B3-4742-A4EB-81F74483356A}" destId="{075B630B-3B49-4173-8A8F-B1A79AA73759}" srcOrd="0" destOrd="0" presId="urn:microsoft.com/office/officeart/2005/8/layout/hierarchy6"/>
    <dgm:cxn modelId="{9F4B564D-472C-4FF4-8D97-2F85F6F64BE4}" type="presParOf" srcId="{075B630B-3B49-4173-8A8F-B1A79AA73759}" destId="{4F44E728-644F-429F-9A96-C1C3C9DE71C1}" srcOrd="0" destOrd="0" presId="urn:microsoft.com/office/officeart/2005/8/layout/hierarchy6"/>
    <dgm:cxn modelId="{1C606426-5DB8-4EB7-8240-71682E7EDC26}" type="presParOf" srcId="{4F44E728-644F-429F-9A96-C1C3C9DE71C1}" destId="{7C9D7086-333F-4504-8DAE-1E9B2A37DD21}" srcOrd="0" destOrd="0" presId="urn:microsoft.com/office/officeart/2005/8/layout/hierarchy6"/>
    <dgm:cxn modelId="{C51B69D4-F09C-45B9-B20C-A61CF18CB59C}" type="presParOf" srcId="{4F44E728-644F-429F-9A96-C1C3C9DE71C1}" destId="{6D73A5DC-76DD-4298-9097-43C3EE12CB6D}" srcOrd="1" destOrd="0" presId="urn:microsoft.com/office/officeart/2005/8/layout/hierarchy6"/>
    <dgm:cxn modelId="{8D7C330F-512E-4285-ACA6-E9F68826BDE5}" type="presParOf" srcId="{6D73A5DC-76DD-4298-9097-43C3EE12CB6D}" destId="{9A198914-D4B4-45C4-B869-30B70AEEC8D1}" srcOrd="0" destOrd="0" presId="urn:microsoft.com/office/officeart/2005/8/layout/hierarchy6"/>
    <dgm:cxn modelId="{85579ACC-1E74-4A3C-A025-AAFE04806FF7}" type="presParOf" srcId="{6D73A5DC-76DD-4298-9097-43C3EE12CB6D}" destId="{2F5A1A88-3978-4FD2-A75A-28666C5422AA}" srcOrd="1" destOrd="0" presId="urn:microsoft.com/office/officeart/2005/8/layout/hierarchy6"/>
    <dgm:cxn modelId="{666AF0DF-84D5-45D1-BDF2-BE1A5DF792A0}" type="presParOf" srcId="{2F5A1A88-3978-4FD2-A75A-28666C5422AA}" destId="{1E85D4BE-91E0-495D-AFED-D678A560FFB5}" srcOrd="0" destOrd="0" presId="urn:microsoft.com/office/officeart/2005/8/layout/hierarchy6"/>
    <dgm:cxn modelId="{FCD20974-6B95-416E-AA88-28A6D3BC0444}" type="presParOf" srcId="{2F5A1A88-3978-4FD2-A75A-28666C5422AA}" destId="{93766262-6D14-4829-8A84-4E22F4899D89}" srcOrd="1" destOrd="0" presId="urn:microsoft.com/office/officeart/2005/8/layout/hierarchy6"/>
    <dgm:cxn modelId="{6786F17F-9085-4FD1-8D1C-2E48C85B986F}" type="presParOf" srcId="{93766262-6D14-4829-8A84-4E22F4899D89}" destId="{7527056D-F852-4E77-838D-ACB32BECC3FB}" srcOrd="0" destOrd="0" presId="urn:microsoft.com/office/officeart/2005/8/layout/hierarchy6"/>
    <dgm:cxn modelId="{0DE74D3B-8E51-4704-BDA9-0217EF35092B}" type="presParOf" srcId="{93766262-6D14-4829-8A84-4E22F4899D89}" destId="{FB0BCE58-CE9A-4E03-8957-855B483EC524}" srcOrd="1" destOrd="0" presId="urn:microsoft.com/office/officeart/2005/8/layout/hierarchy6"/>
    <dgm:cxn modelId="{3E99224D-EC55-448E-A5E6-5C023620E1CF}" type="presParOf" srcId="{FB0BCE58-CE9A-4E03-8957-855B483EC524}" destId="{DB8DFF79-6797-4F27-BD37-C1F93DA4D8E8}" srcOrd="0" destOrd="0" presId="urn:microsoft.com/office/officeart/2005/8/layout/hierarchy6"/>
    <dgm:cxn modelId="{5DF3961D-36A7-4EE3-9E35-0D539D2AC189}" type="presParOf" srcId="{FB0BCE58-CE9A-4E03-8957-855B483EC524}" destId="{CFD859C9-1FAD-4EC8-8733-C465AB7205EF}" srcOrd="1" destOrd="0" presId="urn:microsoft.com/office/officeart/2005/8/layout/hierarchy6"/>
    <dgm:cxn modelId="{52B5703E-3A73-400D-91FE-E43DBCE0E638}" type="presParOf" srcId="{93766262-6D14-4829-8A84-4E22F4899D89}" destId="{89B49F20-9C83-4501-B1A4-6A7F2FDA4EA3}" srcOrd="2" destOrd="0" presId="urn:microsoft.com/office/officeart/2005/8/layout/hierarchy6"/>
    <dgm:cxn modelId="{5F344C26-279B-4FC3-9ACD-B69AB0C0A859}" type="presParOf" srcId="{93766262-6D14-4829-8A84-4E22F4899D89}" destId="{5213DA0F-FB21-4F00-82A3-1BB807A2640C}" srcOrd="3" destOrd="0" presId="urn:microsoft.com/office/officeart/2005/8/layout/hierarchy6"/>
    <dgm:cxn modelId="{FB00A30F-ECD2-46E6-9E8F-16E72A423063}" type="presParOf" srcId="{5213DA0F-FB21-4F00-82A3-1BB807A2640C}" destId="{FA230B8D-1D8E-41AD-B1CB-E6791AFA31B2}" srcOrd="0" destOrd="0" presId="urn:microsoft.com/office/officeart/2005/8/layout/hierarchy6"/>
    <dgm:cxn modelId="{128BD8F1-DAD9-4CE0-A855-80C8A65DF26B}" type="presParOf" srcId="{5213DA0F-FB21-4F00-82A3-1BB807A2640C}" destId="{3C8E73B9-23AE-4254-A0A9-81EC9D94BB38}" srcOrd="1" destOrd="0" presId="urn:microsoft.com/office/officeart/2005/8/layout/hierarchy6"/>
    <dgm:cxn modelId="{0DA28AD9-56CE-404C-BB9F-F8CB3500F770}" type="presParOf" srcId="{93766262-6D14-4829-8A84-4E22F4899D89}" destId="{45ECFE74-8C23-412D-B147-6B26FE52D4A8}" srcOrd="4" destOrd="0" presId="urn:microsoft.com/office/officeart/2005/8/layout/hierarchy6"/>
    <dgm:cxn modelId="{C59D2EC5-7BB3-4357-B0C8-E719F911F93D}" type="presParOf" srcId="{93766262-6D14-4829-8A84-4E22F4899D89}" destId="{37F7DE1B-23BA-4257-AAAC-AE8CB32D768B}" srcOrd="5" destOrd="0" presId="urn:microsoft.com/office/officeart/2005/8/layout/hierarchy6"/>
    <dgm:cxn modelId="{B20BD5D8-9C87-47FA-BA80-D71FBD1311E5}" type="presParOf" srcId="{37F7DE1B-23BA-4257-AAAC-AE8CB32D768B}" destId="{C5D00023-EFEA-47DA-B133-7174807F1014}" srcOrd="0" destOrd="0" presId="urn:microsoft.com/office/officeart/2005/8/layout/hierarchy6"/>
    <dgm:cxn modelId="{F1B8B4B1-E67A-4834-8864-5AF0CD6540B8}" type="presParOf" srcId="{37F7DE1B-23BA-4257-AAAC-AE8CB32D768B}" destId="{9BA4E2D0-615D-484A-A646-79D4204E144B}" srcOrd="1" destOrd="0" presId="urn:microsoft.com/office/officeart/2005/8/layout/hierarchy6"/>
    <dgm:cxn modelId="{70B8C992-D404-4FCF-9A8E-1E63802DF01B}" type="presParOf" srcId="{93766262-6D14-4829-8A84-4E22F4899D89}" destId="{BC608077-D4F6-463C-92C3-349ABA49C387}" srcOrd="6" destOrd="0" presId="urn:microsoft.com/office/officeart/2005/8/layout/hierarchy6"/>
    <dgm:cxn modelId="{BF94A7F8-E931-426E-AB18-1F731927D2D7}" type="presParOf" srcId="{93766262-6D14-4829-8A84-4E22F4899D89}" destId="{5F55B063-8A0A-438B-86BD-BC2E0715ED9E}" srcOrd="7" destOrd="0" presId="urn:microsoft.com/office/officeart/2005/8/layout/hierarchy6"/>
    <dgm:cxn modelId="{F3A8187B-9D3A-4CDD-BDE9-89DC98D32C83}" type="presParOf" srcId="{5F55B063-8A0A-438B-86BD-BC2E0715ED9E}" destId="{15A9421A-8776-41B4-80E0-0B684C6F20F0}" srcOrd="0" destOrd="0" presId="urn:microsoft.com/office/officeart/2005/8/layout/hierarchy6"/>
    <dgm:cxn modelId="{98FF14D4-721F-4FF5-947F-758F4294DC92}" type="presParOf" srcId="{5F55B063-8A0A-438B-86BD-BC2E0715ED9E}" destId="{73169651-6BB8-4151-897B-9A02E6F0BCEC}" srcOrd="1" destOrd="0" presId="urn:microsoft.com/office/officeart/2005/8/layout/hierarchy6"/>
    <dgm:cxn modelId="{28ECF87A-2C6F-4E9F-B967-1248DD0148FB}" type="presParOf" srcId="{73169651-6BB8-4151-897B-9A02E6F0BCEC}" destId="{6E73A0E5-56F6-4F53-8AE5-2286816F2A75}" srcOrd="0" destOrd="0" presId="urn:microsoft.com/office/officeart/2005/8/layout/hierarchy6"/>
    <dgm:cxn modelId="{FBF5FBB4-4DAB-4904-B51D-D49443D20CE8}" type="presParOf" srcId="{73169651-6BB8-4151-897B-9A02E6F0BCEC}" destId="{82967826-8079-4E37-9A09-41D5A69A1EBD}" srcOrd="1" destOrd="0" presId="urn:microsoft.com/office/officeart/2005/8/layout/hierarchy6"/>
    <dgm:cxn modelId="{E2744505-6CBE-445F-A51E-6240CA954BF9}" type="presParOf" srcId="{82967826-8079-4E37-9A09-41D5A69A1EBD}" destId="{C7643AB4-0F51-4848-947F-4B74DC40E779}" srcOrd="0" destOrd="0" presId="urn:microsoft.com/office/officeart/2005/8/layout/hierarchy6"/>
    <dgm:cxn modelId="{8195509B-7F7E-4AC1-8B31-EC1E8C644AF1}" type="presParOf" srcId="{82967826-8079-4E37-9A09-41D5A69A1EBD}" destId="{CE9EA656-3D8D-48E6-8604-2CAD2223C2C4}" srcOrd="1" destOrd="0" presId="urn:microsoft.com/office/officeart/2005/8/layout/hierarchy6"/>
    <dgm:cxn modelId="{DEC7A86B-B29B-4D94-9F31-BCFA5D378DC2}" type="presParOf" srcId="{73169651-6BB8-4151-897B-9A02E6F0BCEC}" destId="{D9E6D476-A839-4B46-BFDE-BDDECDB7BB7E}" srcOrd="2" destOrd="0" presId="urn:microsoft.com/office/officeart/2005/8/layout/hierarchy6"/>
    <dgm:cxn modelId="{6B10EFC1-DF3B-41A7-BC7E-8A00FF86E672}" type="presParOf" srcId="{73169651-6BB8-4151-897B-9A02E6F0BCEC}" destId="{DB637516-3744-4CA3-9AF4-42F5CB4F2B54}" srcOrd="3" destOrd="0" presId="urn:microsoft.com/office/officeart/2005/8/layout/hierarchy6"/>
    <dgm:cxn modelId="{0019F2C9-9C9A-467A-9491-58A250EFF95A}" type="presParOf" srcId="{DB637516-3744-4CA3-9AF4-42F5CB4F2B54}" destId="{10B02484-6D8C-4860-885A-E1362C1DD1EA}" srcOrd="0" destOrd="0" presId="urn:microsoft.com/office/officeart/2005/8/layout/hierarchy6"/>
    <dgm:cxn modelId="{062D3F06-AC0E-497A-9034-A4ADC8140C87}" type="presParOf" srcId="{DB637516-3744-4CA3-9AF4-42F5CB4F2B54}" destId="{E2608850-281D-4689-B135-AB26EF4EBD9B}" srcOrd="1" destOrd="0" presId="urn:microsoft.com/office/officeart/2005/8/layout/hierarchy6"/>
    <dgm:cxn modelId="{819EAE18-D187-458D-A1F9-178EA901907E}" type="presParOf" srcId="{73169651-6BB8-4151-897B-9A02E6F0BCEC}" destId="{28F13E25-2D6A-4D10-B8CC-C068479A9CF0}" srcOrd="4" destOrd="0" presId="urn:microsoft.com/office/officeart/2005/8/layout/hierarchy6"/>
    <dgm:cxn modelId="{E8B4E3DD-60A8-4DEA-9F29-E5551B65804D}" type="presParOf" srcId="{73169651-6BB8-4151-897B-9A02E6F0BCEC}" destId="{F3C0FA6D-62B1-436E-B5EB-4D276CAAC1E5}" srcOrd="5" destOrd="0" presId="urn:microsoft.com/office/officeart/2005/8/layout/hierarchy6"/>
    <dgm:cxn modelId="{4DD5E08E-EB5A-4087-AA38-1C4F58F3D743}" type="presParOf" srcId="{F3C0FA6D-62B1-436E-B5EB-4D276CAAC1E5}" destId="{12D33EE9-67BF-45D7-9DB1-B6AED5184BF5}" srcOrd="0" destOrd="0" presId="urn:microsoft.com/office/officeart/2005/8/layout/hierarchy6"/>
    <dgm:cxn modelId="{D6EA209E-0CA6-4F80-B416-9DA97EE6A202}" type="presParOf" srcId="{F3C0FA6D-62B1-436E-B5EB-4D276CAAC1E5}" destId="{84BABB45-34CB-4D55-A4F8-78620B4B3441}" srcOrd="1" destOrd="0" presId="urn:microsoft.com/office/officeart/2005/8/layout/hierarchy6"/>
    <dgm:cxn modelId="{32730EA4-9DB7-402A-BFF4-D15E4C4E4D3F}" type="presParOf" srcId="{73169651-6BB8-4151-897B-9A02E6F0BCEC}" destId="{BB60D9D4-BF0A-4F27-A496-C717BD7A4D94}" srcOrd="6" destOrd="0" presId="urn:microsoft.com/office/officeart/2005/8/layout/hierarchy6"/>
    <dgm:cxn modelId="{3A3CDCD4-E35E-454B-A9F0-E778DDBE0BE9}" type="presParOf" srcId="{73169651-6BB8-4151-897B-9A02E6F0BCEC}" destId="{49758C5C-E403-4DFC-8895-72BCD114C0F3}" srcOrd="7" destOrd="0" presId="urn:microsoft.com/office/officeart/2005/8/layout/hierarchy6"/>
    <dgm:cxn modelId="{493133F7-144D-4D16-B69D-13ADDB5E9253}" type="presParOf" srcId="{49758C5C-E403-4DFC-8895-72BCD114C0F3}" destId="{7961C9EC-443A-466A-AFAD-7AB00370A0DB}" srcOrd="0" destOrd="0" presId="urn:microsoft.com/office/officeart/2005/8/layout/hierarchy6"/>
    <dgm:cxn modelId="{D1718E61-B725-416C-8616-E233528902C8}" type="presParOf" srcId="{49758C5C-E403-4DFC-8895-72BCD114C0F3}" destId="{606E4870-4A83-4776-8CE2-C3CEAE1381AC}" srcOrd="1" destOrd="0" presId="urn:microsoft.com/office/officeart/2005/8/layout/hierarchy6"/>
    <dgm:cxn modelId="{F02724D3-078C-406F-BFFB-39D2678C7E33}" type="presParOf" srcId="{73169651-6BB8-4151-897B-9A02E6F0BCEC}" destId="{3AF9CF35-F354-4C92-8462-6C2C3B7CD935}" srcOrd="8" destOrd="0" presId="urn:microsoft.com/office/officeart/2005/8/layout/hierarchy6"/>
    <dgm:cxn modelId="{C589E302-C18B-4673-BF4B-556E034AE972}" type="presParOf" srcId="{73169651-6BB8-4151-897B-9A02E6F0BCEC}" destId="{3AB01C74-39CE-437C-8751-1F41E98895D1}" srcOrd="9" destOrd="0" presId="urn:microsoft.com/office/officeart/2005/8/layout/hierarchy6"/>
    <dgm:cxn modelId="{00C47E6F-AFC8-42DF-9DF8-DB3DE9BEDCA5}" type="presParOf" srcId="{3AB01C74-39CE-437C-8751-1F41E98895D1}" destId="{7266BA60-F582-48DF-96E1-42C9188863E0}" srcOrd="0" destOrd="0" presId="urn:microsoft.com/office/officeart/2005/8/layout/hierarchy6"/>
    <dgm:cxn modelId="{76656199-36B0-41B9-80BE-5159095CF3E3}" type="presParOf" srcId="{3AB01C74-39CE-437C-8751-1F41E98895D1}" destId="{D811DCD2-A52C-4B1B-BE0D-D6F570C5590D}" srcOrd="1" destOrd="0" presId="urn:microsoft.com/office/officeart/2005/8/layout/hierarchy6"/>
    <dgm:cxn modelId="{BD7ABE17-204C-415F-AA78-106DB32BB0A3}" type="presParOf" srcId="{93766262-6D14-4829-8A84-4E22F4899D89}" destId="{11BCBAC3-4338-4D1F-996B-791A6D421E13}" srcOrd="8" destOrd="0" presId="urn:microsoft.com/office/officeart/2005/8/layout/hierarchy6"/>
    <dgm:cxn modelId="{3151763B-DC0B-497B-94B3-787EBD6DC9F3}" type="presParOf" srcId="{93766262-6D14-4829-8A84-4E22F4899D89}" destId="{E275BB13-0248-4520-9826-D3194E4C649C}" srcOrd="9" destOrd="0" presId="urn:microsoft.com/office/officeart/2005/8/layout/hierarchy6"/>
    <dgm:cxn modelId="{EDD27541-06EA-4412-9E50-9FF4E841735F}" type="presParOf" srcId="{E275BB13-0248-4520-9826-D3194E4C649C}" destId="{387A1342-CAA0-45C9-9FB1-A6C02258C866}" srcOrd="0" destOrd="0" presId="urn:microsoft.com/office/officeart/2005/8/layout/hierarchy6"/>
    <dgm:cxn modelId="{DAE8FC79-B859-4FA6-8C28-3B0AEEDE46E5}" type="presParOf" srcId="{E275BB13-0248-4520-9826-D3194E4C649C}" destId="{529F04DB-0E73-43AC-9791-3B5BB59BDF7A}" srcOrd="1" destOrd="0" presId="urn:microsoft.com/office/officeart/2005/8/layout/hierarchy6"/>
    <dgm:cxn modelId="{3B4F8676-E237-45AC-8F4E-EA19A1196E2B}" type="presParOf" srcId="{6D73A5DC-76DD-4298-9097-43C3EE12CB6D}" destId="{E56BF060-CE11-4DA0-A784-57EA414518AE}" srcOrd="2" destOrd="0" presId="urn:microsoft.com/office/officeart/2005/8/layout/hierarchy6"/>
    <dgm:cxn modelId="{3E6FDE7E-D071-4EF0-AEB5-F1EAF0171664}" type="presParOf" srcId="{6D73A5DC-76DD-4298-9097-43C3EE12CB6D}" destId="{9D478EB3-5799-4176-90EF-9756F4EA3F39}" srcOrd="3" destOrd="0" presId="urn:microsoft.com/office/officeart/2005/8/layout/hierarchy6"/>
    <dgm:cxn modelId="{B7656D79-AB95-4416-BCA7-5688E13848CD}" type="presParOf" srcId="{9D478EB3-5799-4176-90EF-9756F4EA3F39}" destId="{9C31ACF3-1FC9-4379-8502-52EF09D2C887}" srcOrd="0" destOrd="0" presId="urn:microsoft.com/office/officeart/2005/8/layout/hierarchy6"/>
    <dgm:cxn modelId="{8D276153-C14C-48A7-BC97-F7861DEB3069}" type="presParOf" srcId="{9D478EB3-5799-4176-90EF-9756F4EA3F39}" destId="{B52C1C14-26D6-4186-91BB-89EDEA6D5971}" srcOrd="1" destOrd="0" presId="urn:microsoft.com/office/officeart/2005/8/layout/hierarchy6"/>
    <dgm:cxn modelId="{0D8B7B9C-7175-4B21-B13D-B47EBEF43433}" type="presParOf" srcId="{B52C1C14-26D6-4186-91BB-89EDEA6D5971}" destId="{26A09930-D7A0-415A-9C77-A66EB5E386BD}" srcOrd="0" destOrd="0" presId="urn:microsoft.com/office/officeart/2005/8/layout/hierarchy6"/>
    <dgm:cxn modelId="{79393EA8-ABB7-4FBB-955B-C690D007F8EF}" type="presParOf" srcId="{B52C1C14-26D6-4186-91BB-89EDEA6D5971}" destId="{CB46ADB9-FAC4-43EA-BD71-82535A9D57E5}" srcOrd="1" destOrd="0" presId="urn:microsoft.com/office/officeart/2005/8/layout/hierarchy6"/>
    <dgm:cxn modelId="{6FF71BB5-A63E-41C6-8788-6C8A0BF1CC5D}" type="presParOf" srcId="{CB46ADB9-FAC4-43EA-BD71-82535A9D57E5}" destId="{B52D8FE6-4464-4551-9BFB-3314B9AEFB19}" srcOrd="0" destOrd="0" presId="urn:microsoft.com/office/officeart/2005/8/layout/hierarchy6"/>
    <dgm:cxn modelId="{01731CD2-D426-4B8C-B081-4F04AF4E65B1}" type="presParOf" srcId="{CB46ADB9-FAC4-43EA-BD71-82535A9D57E5}" destId="{147BE64E-60EB-48EF-9F58-4D13B0A747A6}" srcOrd="1" destOrd="0" presId="urn:microsoft.com/office/officeart/2005/8/layout/hierarchy6"/>
    <dgm:cxn modelId="{69E49DD6-EAB0-47A8-B6D4-25D9AE61CF23}" type="presParOf" srcId="{B52C1C14-26D6-4186-91BB-89EDEA6D5971}" destId="{B4583DB6-1E90-494C-B04E-180A295A55A3}" srcOrd="2" destOrd="0" presId="urn:microsoft.com/office/officeart/2005/8/layout/hierarchy6"/>
    <dgm:cxn modelId="{F311D9DB-777D-4BB8-BA1D-5EA15AE115A6}" type="presParOf" srcId="{B52C1C14-26D6-4186-91BB-89EDEA6D5971}" destId="{2F5AE899-1FC6-4287-A71C-BF52655F1820}" srcOrd="3" destOrd="0" presId="urn:microsoft.com/office/officeart/2005/8/layout/hierarchy6"/>
    <dgm:cxn modelId="{824E9763-5745-482C-9471-D466639C44D2}" type="presParOf" srcId="{2F5AE899-1FC6-4287-A71C-BF52655F1820}" destId="{C14A6D7C-A088-45EC-BC17-E9EF74FE83B5}" srcOrd="0" destOrd="0" presId="urn:microsoft.com/office/officeart/2005/8/layout/hierarchy6"/>
    <dgm:cxn modelId="{2627EB8B-DD10-4C99-8905-DCD79548D3D1}" type="presParOf" srcId="{2F5AE899-1FC6-4287-A71C-BF52655F1820}" destId="{CDAFFDCC-5FED-4F3E-A803-52A446C8D135}" srcOrd="1" destOrd="0" presId="urn:microsoft.com/office/officeart/2005/8/layout/hierarchy6"/>
    <dgm:cxn modelId="{FD0896D2-25C6-4741-A531-6AD44A420835}" type="presParOf" srcId="{B52C1C14-26D6-4186-91BB-89EDEA6D5971}" destId="{0B3E6A72-E502-49E4-B93D-BB9F62F95EDE}" srcOrd="4" destOrd="0" presId="urn:microsoft.com/office/officeart/2005/8/layout/hierarchy6"/>
    <dgm:cxn modelId="{6AF70B1C-5894-4336-A03E-2436A33B41FF}" type="presParOf" srcId="{B52C1C14-26D6-4186-91BB-89EDEA6D5971}" destId="{AAFB4AD2-3BC1-4CC7-837D-5B3DFE398EFC}" srcOrd="5" destOrd="0" presId="urn:microsoft.com/office/officeart/2005/8/layout/hierarchy6"/>
    <dgm:cxn modelId="{02821E7C-A07C-407B-9734-E96E9AC244AC}" type="presParOf" srcId="{AAFB4AD2-3BC1-4CC7-837D-5B3DFE398EFC}" destId="{5FFF3F73-E30A-4EFF-9686-81FBA453607C}" srcOrd="0" destOrd="0" presId="urn:microsoft.com/office/officeart/2005/8/layout/hierarchy6"/>
    <dgm:cxn modelId="{9DA586C4-4E7C-4B35-AC0B-3B2B87C92FEB}" type="presParOf" srcId="{AAFB4AD2-3BC1-4CC7-837D-5B3DFE398EFC}" destId="{F7B020AE-C4A1-4188-A4E8-E8BE1249CD2E}" srcOrd="1" destOrd="0" presId="urn:microsoft.com/office/officeart/2005/8/layout/hierarchy6"/>
    <dgm:cxn modelId="{832161B2-BAA5-4BB5-8F3D-62B3ECBD8C81}" type="presParOf" srcId="{B52C1C14-26D6-4186-91BB-89EDEA6D5971}" destId="{C8C6078E-960B-4317-A1FE-9A66F8B7BA0F}" srcOrd="6" destOrd="0" presId="urn:microsoft.com/office/officeart/2005/8/layout/hierarchy6"/>
    <dgm:cxn modelId="{57ED48BB-C37A-41AD-B203-4A813362CAF7}" type="presParOf" srcId="{B52C1C14-26D6-4186-91BB-89EDEA6D5971}" destId="{59498C7F-6BFB-42BE-8B27-1F91386F76FD}" srcOrd="7" destOrd="0" presId="urn:microsoft.com/office/officeart/2005/8/layout/hierarchy6"/>
    <dgm:cxn modelId="{FA42CE79-2753-46DE-B91B-998E41506C3E}" type="presParOf" srcId="{59498C7F-6BFB-42BE-8B27-1F91386F76FD}" destId="{7B957226-79EA-40B4-98D3-658112611D45}" srcOrd="0" destOrd="0" presId="urn:microsoft.com/office/officeart/2005/8/layout/hierarchy6"/>
    <dgm:cxn modelId="{BC41F518-8B4A-4293-AA21-F992296E4275}" type="presParOf" srcId="{59498C7F-6BFB-42BE-8B27-1F91386F76FD}" destId="{EA9EBC41-D012-4BFB-9BC2-2642DB59F7F1}" srcOrd="1" destOrd="0" presId="urn:microsoft.com/office/officeart/2005/8/layout/hierarchy6"/>
    <dgm:cxn modelId="{DE4E884D-62D2-433E-8CE0-1A14829A6AC5}" type="presParOf" srcId="{B52C1C14-26D6-4186-91BB-89EDEA6D5971}" destId="{7D5DAFF4-2240-40ED-8E89-82E0E27C963A}" srcOrd="8" destOrd="0" presId="urn:microsoft.com/office/officeart/2005/8/layout/hierarchy6"/>
    <dgm:cxn modelId="{AB83B200-03E2-4A51-A5CC-36DB066B0CED}" type="presParOf" srcId="{B52C1C14-26D6-4186-91BB-89EDEA6D5971}" destId="{C0CC07D2-EC0A-4AF3-8314-D7C430B58E39}" srcOrd="9" destOrd="0" presId="urn:microsoft.com/office/officeart/2005/8/layout/hierarchy6"/>
    <dgm:cxn modelId="{4A30ADCE-9C58-4C1D-A159-6A278C8D3C59}" type="presParOf" srcId="{C0CC07D2-EC0A-4AF3-8314-D7C430B58E39}" destId="{A489ACC2-DDD9-4A58-AFFE-DD7F7A92DF46}" srcOrd="0" destOrd="0" presId="urn:microsoft.com/office/officeart/2005/8/layout/hierarchy6"/>
    <dgm:cxn modelId="{C75B2A8E-4286-4648-951A-950699980031}" type="presParOf" srcId="{C0CC07D2-EC0A-4AF3-8314-D7C430B58E39}" destId="{DAAB0549-EB41-424A-99BB-7069979E6C54}" srcOrd="1" destOrd="0" presId="urn:microsoft.com/office/officeart/2005/8/layout/hierarchy6"/>
    <dgm:cxn modelId="{F9B18E3E-F172-48F9-AC6D-2C5D172510B8}" type="presParOf" srcId="{6D73A5DC-76DD-4298-9097-43C3EE12CB6D}" destId="{80B9C36B-B2BE-400D-B5E7-931B324DFE8E}" srcOrd="4" destOrd="0" presId="urn:microsoft.com/office/officeart/2005/8/layout/hierarchy6"/>
    <dgm:cxn modelId="{26CC9B4C-2EE4-4BDE-8263-D0AA607BCDB4}" type="presParOf" srcId="{6D73A5DC-76DD-4298-9097-43C3EE12CB6D}" destId="{89DDFBB9-D17D-40AA-ABEE-D30FB376DA6C}" srcOrd="5" destOrd="0" presId="urn:microsoft.com/office/officeart/2005/8/layout/hierarchy6"/>
    <dgm:cxn modelId="{A5835135-7CD6-4F3C-B314-D1B48F7B6EBB}" type="presParOf" srcId="{89DDFBB9-D17D-40AA-ABEE-D30FB376DA6C}" destId="{812D26AA-7536-4989-A280-88C3CE0A5878}" srcOrd="0" destOrd="0" presId="urn:microsoft.com/office/officeart/2005/8/layout/hierarchy6"/>
    <dgm:cxn modelId="{95BCBE5F-B3F8-48D0-9874-521E227F35E7}" type="presParOf" srcId="{89DDFBB9-D17D-40AA-ABEE-D30FB376DA6C}" destId="{E5D15A98-C7FF-4FEF-81E3-5937D1CB099D}" srcOrd="1" destOrd="0" presId="urn:microsoft.com/office/officeart/2005/8/layout/hierarchy6"/>
    <dgm:cxn modelId="{0A3DE50F-EBDA-447B-B7F9-ABDE43AA1FB4}" type="presParOf" srcId="{E5D15A98-C7FF-4FEF-81E3-5937D1CB099D}" destId="{C54274FA-2855-4BF8-BA88-B4FE8E8B15D3}" srcOrd="0" destOrd="0" presId="urn:microsoft.com/office/officeart/2005/8/layout/hierarchy6"/>
    <dgm:cxn modelId="{85B4D3ED-5F84-493D-9CCC-3FB7DEF46051}" type="presParOf" srcId="{E5D15A98-C7FF-4FEF-81E3-5937D1CB099D}" destId="{FF9879B8-1558-44B3-9F49-03F32A68C0EE}" srcOrd="1" destOrd="0" presId="urn:microsoft.com/office/officeart/2005/8/layout/hierarchy6"/>
    <dgm:cxn modelId="{F376A5FC-A28B-4CAD-9B2E-A5B342AE3E95}" type="presParOf" srcId="{FF9879B8-1558-44B3-9F49-03F32A68C0EE}" destId="{F3EB56A3-24BA-4905-8B3A-E0F403EDA663}" srcOrd="0" destOrd="0" presId="urn:microsoft.com/office/officeart/2005/8/layout/hierarchy6"/>
    <dgm:cxn modelId="{F22AD5C1-0519-4ADB-BE22-AFA0A815F58B}" type="presParOf" srcId="{FF9879B8-1558-44B3-9F49-03F32A68C0EE}" destId="{B98C7DF0-8854-4ED3-8D57-FD61041B9D3E}" srcOrd="1" destOrd="0" presId="urn:microsoft.com/office/officeart/2005/8/layout/hierarchy6"/>
    <dgm:cxn modelId="{2936D0BD-9440-4B2F-8910-FE0EA0AA44E4}" type="presParOf" srcId="{E5D15A98-C7FF-4FEF-81E3-5937D1CB099D}" destId="{C6CCE1EA-A885-4F8B-83D5-729956E8BE6C}" srcOrd="2" destOrd="0" presId="urn:microsoft.com/office/officeart/2005/8/layout/hierarchy6"/>
    <dgm:cxn modelId="{D6FE2A7C-8727-4474-ABD0-1CB9F129CD24}" type="presParOf" srcId="{E5D15A98-C7FF-4FEF-81E3-5937D1CB099D}" destId="{A9B6877B-FB24-4073-9D56-DA9FD2E4CF2D}" srcOrd="3" destOrd="0" presId="urn:microsoft.com/office/officeart/2005/8/layout/hierarchy6"/>
    <dgm:cxn modelId="{E72F76B9-862D-4DEA-9ECA-23CE421A906B}" type="presParOf" srcId="{A9B6877B-FB24-4073-9D56-DA9FD2E4CF2D}" destId="{72222AAB-3407-420A-8A94-DD0890CFD444}" srcOrd="0" destOrd="0" presId="urn:microsoft.com/office/officeart/2005/8/layout/hierarchy6"/>
    <dgm:cxn modelId="{2F8B5C13-1129-4E84-8587-AFC238526CF7}" type="presParOf" srcId="{A9B6877B-FB24-4073-9D56-DA9FD2E4CF2D}" destId="{BB573C14-34B8-47C7-B2B3-D7FF5106C1E6}" srcOrd="1" destOrd="0" presId="urn:microsoft.com/office/officeart/2005/8/layout/hierarchy6"/>
    <dgm:cxn modelId="{77FB43FC-B93D-49A2-B1AA-DA45B82CC325}" type="presParOf" srcId="{E5D15A98-C7FF-4FEF-81E3-5937D1CB099D}" destId="{42E43061-3484-4225-8BC9-F661263DFE0F}" srcOrd="4" destOrd="0" presId="urn:microsoft.com/office/officeart/2005/8/layout/hierarchy6"/>
    <dgm:cxn modelId="{B3272005-BD77-43AD-92AA-3E8C80301251}" type="presParOf" srcId="{E5D15A98-C7FF-4FEF-81E3-5937D1CB099D}" destId="{68794AC5-B547-41D2-B46B-0B6D005BABC8}" srcOrd="5" destOrd="0" presId="urn:microsoft.com/office/officeart/2005/8/layout/hierarchy6"/>
    <dgm:cxn modelId="{06E4B5E8-D086-48D0-9784-820797B80836}" type="presParOf" srcId="{68794AC5-B547-41D2-B46B-0B6D005BABC8}" destId="{34865DFE-77BD-4A31-956F-AA2D821C6FDE}" srcOrd="0" destOrd="0" presId="urn:microsoft.com/office/officeart/2005/8/layout/hierarchy6"/>
    <dgm:cxn modelId="{4118BF60-5FEB-44F1-946E-04413E253160}" type="presParOf" srcId="{68794AC5-B547-41D2-B46B-0B6D005BABC8}" destId="{2DE6C0A2-D1C2-4AF0-905B-B3731000D8CD}" srcOrd="1" destOrd="0" presId="urn:microsoft.com/office/officeart/2005/8/layout/hierarchy6"/>
    <dgm:cxn modelId="{154EF2CC-3477-4147-8323-F8177E477FC0}" type="presParOf" srcId="{E5D15A98-C7FF-4FEF-81E3-5937D1CB099D}" destId="{0180638C-D068-4DB2-9929-DF62F8EB1956}" srcOrd="6" destOrd="0" presId="urn:microsoft.com/office/officeart/2005/8/layout/hierarchy6"/>
    <dgm:cxn modelId="{41910108-2231-463C-A39D-F9DD2A4F6EAA}" type="presParOf" srcId="{E5D15A98-C7FF-4FEF-81E3-5937D1CB099D}" destId="{D2DC1B00-200F-4565-A8F0-A9D5BB6A89C0}" srcOrd="7" destOrd="0" presId="urn:microsoft.com/office/officeart/2005/8/layout/hierarchy6"/>
    <dgm:cxn modelId="{29A5D5FF-AFFF-41FC-838C-9D329874C205}" type="presParOf" srcId="{D2DC1B00-200F-4565-A8F0-A9D5BB6A89C0}" destId="{86D3F454-2CE1-42CF-B2A0-6A62B91F111F}" srcOrd="0" destOrd="0" presId="urn:microsoft.com/office/officeart/2005/8/layout/hierarchy6"/>
    <dgm:cxn modelId="{F6D569F6-82AC-4625-9B82-8B57BB52F7D9}" type="presParOf" srcId="{D2DC1B00-200F-4565-A8F0-A9D5BB6A89C0}" destId="{0B3C24E4-0A24-4EA7-9252-758E567A46FB}" srcOrd="1" destOrd="0" presId="urn:microsoft.com/office/officeart/2005/8/layout/hierarchy6"/>
    <dgm:cxn modelId="{7BD8DAD2-566D-454A-9B89-A9C9E5562FA2}" type="presParOf" srcId="{E5D15A98-C7FF-4FEF-81E3-5937D1CB099D}" destId="{FE40E363-D75E-44AE-A06A-3C7D1DDF167F}" srcOrd="8" destOrd="0" presId="urn:microsoft.com/office/officeart/2005/8/layout/hierarchy6"/>
    <dgm:cxn modelId="{999734D3-94C5-417F-A83E-2C4908424343}" type="presParOf" srcId="{E5D15A98-C7FF-4FEF-81E3-5937D1CB099D}" destId="{50BE75F7-44DB-4668-A956-4FDCE3F55420}" srcOrd="9" destOrd="0" presId="urn:microsoft.com/office/officeart/2005/8/layout/hierarchy6"/>
    <dgm:cxn modelId="{9573977A-690A-4D08-BD98-7046C65D7B68}" type="presParOf" srcId="{50BE75F7-44DB-4668-A956-4FDCE3F55420}" destId="{2375610F-8AA0-4A4D-B0FC-5111854F3F33}" srcOrd="0" destOrd="0" presId="urn:microsoft.com/office/officeart/2005/8/layout/hierarchy6"/>
    <dgm:cxn modelId="{C23D3367-FE92-44E9-99B3-A5C78C4EA947}" type="presParOf" srcId="{50BE75F7-44DB-4668-A956-4FDCE3F55420}" destId="{0DBBAFF8-E3B7-4F85-BAA1-BBBBBF007B15}" srcOrd="1" destOrd="0" presId="urn:microsoft.com/office/officeart/2005/8/layout/hierarchy6"/>
    <dgm:cxn modelId="{22FB38BD-91D5-4645-9436-3E7A90C3B70E}" type="presParOf" srcId="{E5D15A98-C7FF-4FEF-81E3-5937D1CB099D}" destId="{BED9ABE1-74FD-425F-AF50-432A086EFB6A}" srcOrd="10" destOrd="0" presId="urn:microsoft.com/office/officeart/2005/8/layout/hierarchy6"/>
    <dgm:cxn modelId="{65192525-5BAC-4BCB-A7F8-D890B8C758B0}" type="presParOf" srcId="{E5D15A98-C7FF-4FEF-81E3-5937D1CB099D}" destId="{94253694-3CAA-424C-818F-BAFEF22DE782}" srcOrd="11" destOrd="0" presId="urn:microsoft.com/office/officeart/2005/8/layout/hierarchy6"/>
    <dgm:cxn modelId="{3F514CA8-3499-46FF-A2C9-7909994BDFEE}" type="presParOf" srcId="{94253694-3CAA-424C-818F-BAFEF22DE782}" destId="{D0487D71-6214-407A-A92F-6DC31B412675}" srcOrd="0" destOrd="0" presId="urn:microsoft.com/office/officeart/2005/8/layout/hierarchy6"/>
    <dgm:cxn modelId="{CB920778-DA18-4CB1-8982-622436C643B3}" type="presParOf" srcId="{94253694-3CAA-424C-818F-BAFEF22DE782}" destId="{63A333C6-1478-4C20-B626-0C86DF7F8BFB}" srcOrd="1" destOrd="0" presId="urn:microsoft.com/office/officeart/2005/8/layout/hierarchy6"/>
    <dgm:cxn modelId="{25075E24-6F80-43F1-BE81-729E0A8B3A2E}" type="presParOf" srcId="{E5D15A98-C7FF-4FEF-81E3-5937D1CB099D}" destId="{E41C5880-7B1B-4DAB-B0E7-A987DC7F892D}" srcOrd="12" destOrd="0" presId="urn:microsoft.com/office/officeart/2005/8/layout/hierarchy6"/>
    <dgm:cxn modelId="{CD0BD74A-0D8A-4AFE-ACC1-34077E89F9E0}" type="presParOf" srcId="{E5D15A98-C7FF-4FEF-81E3-5937D1CB099D}" destId="{9BEA57B8-0B8F-4426-87D3-1EAC060B15CC}" srcOrd="13" destOrd="0" presId="urn:microsoft.com/office/officeart/2005/8/layout/hierarchy6"/>
    <dgm:cxn modelId="{487ED173-B924-4C04-8F6E-92CED179B06F}" type="presParOf" srcId="{9BEA57B8-0B8F-4426-87D3-1EAC060B15CC}" destId="{72CF2859-E745-41FA-A4DB-98D4AB2B3288}" srcOrd="0" destOrd="0" presId="urn:microsoft.com/office/officeart/2005/8/layout/hierarchy6"/>
    <dgm:cxn modelId="{E7680212-0F88-4DA9-9863-11A60081DD20}" type="presParOf" srcId="{9BEA57B8-0B8F-4426-87D3-1EAC060B15CC}" destId="{D1409825-77EA-4556-A00B-CB1977098BC0}" srcOrd="1" destOrd="0" presId="urn:microsoft.com/office/officeart/2005/8/layout/hierarchy6"/>
    <dgm:cxn modelId="{A7E9AA8B-C25B-41C0-A251-9214429DC428}" type="presParOf" srcId="{E5D15A98-C7FF-4FEF-81E3-5937D1CB099D}" destId="{ED3B0F01-A9B6-416E-B774-0B06023C9765}" srcOrd="14" destOrd="0" presId="urn:microsoft.com/office/officeart/2005/8/layout/hierarchy6"/>
    <dgm:cxn modelId="{6B81791A-F57F-416A-9EBB-959456F31BD5}" type="presParOf" srcId="{E5D15A98-C7FF-4FEF-81E3-5937D1CB099D}" destId="{BEBC56BC-A3A4-430D-8A0D-E960F344711C}" srcOrd="15" destOrd="0" presId="urn:microsoft.com/office/officeart/2005/8/layout/hierarchy6"/>
    <dgm:cxn modelId="{A8F42AA5-E265-41B7-9E92-1D17B8E81B95}" type="presParOf" srcId="{BEBC56BC-A3A4-430D-8A0D-E960F344711C}" destId="{9578A4AE-4DFA-4178-BE42-370B268995E3}" srcOrd="0" destOrd="0" presId="urn:microsoft.com/office/officeart/2005/8/layout/hierarchy6"/>
    <dgm:cxn modelId="{D7164665-582D-47BE-8547-CF2DE7B42947}" type="presParOf" srcId="{BEBC56BC-A3A4-430D-8A0D-E960F344711C}" destId="{3722168D-30AB-4697-B377-FDFD3143AFDC}" srcOrd="1" destOrd="0" presId="urn:microsoft.com/office/officeart/2005/8/layout/hierarchy6"/>
    <dgm:cxn modelId="{6939DC07-0DB5-4D93-B895-0F9BA5F6E3A5}" type="presParOf" srcId="{E5D15A98-C7FF-4FEF-81E3-5937D1CB099D}" destId="{932F5401-4B65-4A67-A736-1A6169534797}" srcOrd="16" destOrd="0" presId="urn:microsoft.com/office/officeart/2005/8/layout/hierarchy6"/>
    <dgm:cxn modelId="{E5E25E19-4DB1-40B3-97A9-CD2B1715596D}" type="presParOf" srcId="{E5D15A98-C7FF-4FEF-81E3-5937D1CB099D}" destId="{73EB7750-3749-41F0-A4AA-E632B6614A08}" srcOrd="17" destOrd="0" presId="urn:microsoft.com/office/officeart/2005/8/layout/hierarchy6"/>
    <dgm:cxn modelId="{B9F9BF58-4DAB-4CC9-A590-E227C41E4E52}" type="presParOf" srcId="{73EB7750-3749-41F0-A4AA-E632B6614A08}" destId="{E9B725DF-A0AC-43F5-829B-71E259FD90D2}" srcOrd="0" destOrd="0" presId="urn:microsoft.com/office/officeart/2005/8/layout/hierarchy6"/>
    <dgm:cxn modelId="{D772684A-C57C-4FAC-81FC-0C28A5DA3B3C}" type="presParOf" srcId="{73EB7750-3749-41F0-A4AA-E632B6614A08}" destId="{6A759DEF-6511-4DAA-B6AE-164EDD4D6C13}" srcOrd="1" destOrd="0" presId="urn:microsoft.com/office/officeart/2005/8/layout/hierarchy6"/>
    <dgm:cxn modelId="{235E81DF-5E7C-42E3-BDE3-C3B09B7BAB27}" type="presParOf" srcId="{44620F29-061B-4291-9816-70F13511E6B3}" destId="{70D2DA35-874A-4254-88FB-BF53E32B5E94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D7086-333F-4504-8DAE-1E9B2A37DD21}">
      <dsp:nvSpPr>
        <dsp:cNvPr id="0" name=""/>
        <dsp:cNvSpPr/>
      </dsp:nvSpPr>
      <dsp:spPr>
        <a:xfrm>
          <a:off x="5530152" y="178169"/>
          <a:ext cx="1266443" cy="480762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GetSetGo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5544233" y="192250"/>
        <a:ext cx="1238281" cy="452600"/>
      </dsp:txXfrm>
    </dsp:sp>
    <dsp:sp modelId="{9A198914-D4B4-45C4-B869-30B70AEEC8D1}">
      <dsp:nvSpPr>
        <dsp:cNvPr id="0" name=""/>
        <dsp:cNvSpPr/>
      </dsp:nvSpPr>
      <dsp:spPr>
        <a:xfrm>
          <a:off x="869824" y="658931"/>
          <a:ext cx="5293549" cy="727318"/>
        </a:xfrm>
        <a:custGeom>
          <a:avLst/>
          <a:gdLst/>
          <a:ahLst/>
          <a:cxnLst/>
          <a:rect l="0" t="0" r="0" b="0"/>
          <a:pathLst>
            <a:path>
              <a:moveTo>
                <a:pt x="5293549" y="0"/>
              </a:moveTo>
              <a:lnTo>
                <a:pt x="5293549" y="363659"/>
              </a:lnTo>
              <a:lnTo>
                <a:pt x="0" y="363659"/>
              </a:lnTo>
              <a:lnTo>
                <a:pt x="0" y="727318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85D4BE-91E0-495D-AFED-D678A560FFB5}">
      <dsp:nvSpPr>
        <dsp:cNvPr id="0" name=""/>
        <dsp:cNvSpPr/>
      </dsp:nvSpPr>
      <dsp:spPr>
        <a:xfrm>
          <a:off x="625746" y="1386250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HAL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635278" y="1395782"/>
        <a:ext cx="469092" cy="306373"/>
      </dsp:txXfrm>
    </dsp:sp>
    <dsp:sp modelId="{7527056D-F852-4E77-838D-ACB32BECC3FB}">
      <dsp:nvSpPr>
        <dsp:cNvPr id="0" name=""/>
        <dsp:cNvSpPr/>
      </dsp:nvSpPr>
      <dsp:spPr>
        <a:xfrm>
          <a:off x="824104" y="1711687"/>
          <a:ext cx="91440" cy="3220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005"/>
              </a:lnTo>
              <a:lnTo>
                <a:pt x="83229" y="161005"/>
              </a:lnTo>
              <a:lnTo>
                <a:pt x="83229" y="322010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8DFF79-6797-4F27-BD37-C1F93DA4D8E8}">
      <dsp:nvSpPr>
        <dsp:cNvPr id="0" name=""/>
        <dsp:cNvSpPr/>
      </dsp:nvSpPr>
      <dsp:spPr>
        <a:xfrm>
          <a:off x="528509" y="2033698"/>
          <a:ext cx="757647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Core.h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538041" y="2043230"/>
        <a:ext cx="738583" cy="306373"/>
      </dsp:txXfrm>
    </dsp:sp>
    <dsp:sp modelId="{89B49F20-9C83-4501-B1A4-6A7F2FDA4EA3}">
      <dsp:nvSpPr>
        <dsp:cNvPr id="0" name=""/>
        <dsp:cNvSpPr/>
      </dsp:nvSpPr>
      <dsp:spPr>
        <a:xfrm>
          <a:off x="869824" y="1711687"/>
          <a:ext cx="250973" cy="12427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354"/>
              </a:lnTo>
              <a:lnTo>
                <a:pt x="250973" y="621354"/>
              </a:lnTo>
              <a:lnTo>
                <a:pt x="250973" y="1242709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230B8D-1D8E-41AD-B1CB-E6791AFA31B2}">
      <dsp:nvSpPr>
        <dsp:cNvPr id="0" name=""/>
        <dsp:cNvSpPr/>
      </dsp:nvSpPr>
      <dsp:spPr>
        <a:xfrm>
          <a:off x="876720" y="2954396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Config.h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886252" y="2963928"/>
        <a:ext cx="469092" cy="306373"/>
      </dsp:txXfrm>
    </dsp:sp>
    <dsp:sp modelId="{45ECFE74-8C23-412D-B147-6B26FE52D4A8}">
      <dsp:nvSpPr>
        <dsp:cNvPr id="0" name=""/>
        <dsp:cNvSpPr/>
      </dsp:nvSpPr>
      <dsp:spPr>
        <a:xfrm>
          <a:off x="869824" y="1711687"/>
          <a:ext cx="918699" cy="10699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4981"/>
              </a:lnTo>
              <a:lnTo>
                <a:pt x="918699" y="534981"/>
              </a:lnTo>
              <a:lnTo>
                <a:pt x="918699" y="1069963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D00023-EFEA-47DA-B133-7174807F1014}">
      <dsp:nvSpPr>
        <dsp:cNvPr id="0" name=""/>
        <dsp:cNvSpPr/>
      </dsp:nvSpPr>
      <dsp:spPr>
        <a:xfrm>
          <a:off x="1544445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MCU </a:t>
          </a: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Assets.h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1553977" y="2791183"/>
        <a:ext cx="469092" cy="306373"/>
      </dsp:txXfrm>
    </dsp:sp>
    <dsp:sp modelId="{BC608077-D4F6-463C-92C3-349ABA49C387}">
      <dsp:nvSpPr>
        <dsp:cNvPr id="0" name=""/>
        <dsp:cNvSpPr/>
      </dsp:nvSpPr>
      <dsp:spPr>
        <a:xfrm>
          <a:off x="869824" y="1711687"/>
          <a:ext cx="1553302" cy="10699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4981"/>
              </a:lnTo>
              <a:lnTo>
                <a:pt x="1553302" y="534981"/>
              </a:lnTo>
              <a:lnTo>
                <a:pt x="1553302" y="1069963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9421A-8776-41B4-80E0-0B684C6F20F0}">
      <dsp:nvSpPr>
        <dsp:cNvPr id="0" name=""/>
        <dsp:cNvSpPr/>
      </dsp:nvSpPr>
      <dsp:spPr>
        <a:xfrm>
          <a:off x="2179048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Drivers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2188580" y="2791183"/>
        <a:ext cx="469092" cy="306373"/>
      </dsp:txXfrm>
    </dsp:sp>
    <dsp:sp modelId="{6E73A0E5-56F6-4F53-8AE5-2286816F2A75}">
      <dsp:nvSpPr>
        <dsp:cNvPr id="0" name=""/>
        <dsp:cNvSpPr/>
      </dsp:nvSpPr>
      <dsp:spPr>
        <a:xfrm>
          <a:off x="1153920" y="3107088"/>
          <a:ext cx="1269206" cy="130175"/>
        </a:xfrm>
        <a:custGeom>
          <a:avLst/>
          <a:gdLst/>
          <a:ahLst/>
          <a:cxnLst/>
          <a:rect l="0" t="0" r="0" b="0"/>
          <a:pathLst>
            <a:path>
              <a:moveTo>
                <a:pt x="1269206" y="0"/>
              </a:moveTo>
              <a:lnTo>
                <a:pt x="1269206" y="65087"/>
              </a:lnTo>
              <a:lnTo>
                <a:pt x="0" y="65087"/>
              </a:lnTo>
              <a:lnTo>
                <a:pt x="0" y="13017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643AB4-0F51-4848-947F-4B74DC40E779}">
      <dsp:nvSpPr>
        <dsp:cNvPr id="0" name=""/>
        <dsp:cNvSpPr/>
      </dsp:nvSpPr>
      <dsp:spPr>
        <a:xfrm>
          <a:off x="909842" y="3237263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GPIO.h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919374" y="3246795"/>
        <a:ext cx="469092" cy="306373"/>
      </dsp:txXfrm>
    </dsp:sp>
    <dsp:sp modelId="{D9E6D476-A839-4B46-BFDE-BDDECDB7BB7E}">
      <dsp:nvSpPr>
        <dsp:cNvPr id="0" name=""/>
        <dsp:cNvSpPr/>
      </dsp:nvSpPr>
      <dsp:spPr>
        <a:xfrm>
          <a:off x="1788523" y="3107088"/>
          <a:ext cx="634603" cy="130175"/>
        </a:xfrm>
        <a:custGeom>
          <a:avLst/>
          <a:gdLst/>
          <a:ahLst/>
          <a:cxnLst/>
          <a:rect l="0" t="0" r="0" b="0"/>
          <a:pathLst>
            <a:path>
              <a:moveTo>
                <a:pt x="634603" y="0"/>
              </a:moveTo>
              <a:lnTo>
                <a:pt x="634603" y="65087"/>
              </a:lnTo>
              <a:lnTo>
                <a:pt x="0" y="65087"/>
              </a:lnTo>
              <a:lnTo>
                <a:pt x="0" y="13017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B02484-6D8C-4860-885A-E1362C1DD1EA}">
      <dsp:nvSpPr>
        <dsp:cNvPr id="0" name=""/>
        <dsp:cNvSpPr/>
      </dsp:nvSpPr>
      <dsp:spPr>
        <a:xfrm>
          <a:off x="1544445" y="3237263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UART.h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1553977" y="3246795"/>
        <a:ext cx="469092" cy="306373"/>
      </dsp:txXfrm>
    </dsp:sp>
    <dsp:sp modelId="{28F13E25-2D6A-4D10-B8CC-C068479A9CF0}">
      <dsp:nvSpPr>
        <dsp:cNvPr id="0" name=""/>
        <dsp:cNvSpPr/>
      </dsp:nvSpPr>
      <dsp:spPr>
        <a:xfrm>
          <a:off x="2377407" y="3107088"/>
          <a:ext cx="91440" cy="1301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017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33EE9-67BF-45D7-9DB1-B6AED5184BF5}">
      <dsp:nvSpPr>
        <dsp:cNvPr id="0" name=""/>
        <dsp:cNvSpPr/>
      </dsp:nvSpPr>
      <dsp:spPr>
        <a:xfrm>
          <a:off x="2179048" y="3237263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Timer.h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2188580" y="3246795"/>
        <a:ext cx="469092" cy="306373"/>
      </dsp:txXfrm>
    </dsp:sp>
    <dsp:sp modelId="{BB60D9D4-BF0A-4F27-A496-C717BD7A4D94}">
      <dsp:nvSpPr>
        <dsp:cNvPr id="0" name=""/>
        <dsp:cNvSpPr/>
      </dsp:nvSpPr>
      <dsp:spPr>
        <a:xfrm>
          <a:off x="2423127" y="3107088"/>
          <a:ext cx="634603" cy="130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87"/>
              </a:lnTo>
              <a:lnTo>
                <a:pt x="634603" y="65087"/>
              </a:lnTo>
              <a:lnTo>
                <a:pt x="634603" y="13017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61C9EC-443A-466A-AFAD-7AB00370A0DB}">
      <dsp:nvSpPr>
        <dsp:cNvPr id="0" name=""/>
        <dsp:cNvSpPr/>
      </dsp:nvSpPr>
      <dsp:spPr>
        <a:xfrm>
          <a:off x="2813652" y="3237263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SPI.h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2823184" y="3246795"/>
        <a:ext cx="469092" cy="306373"/>
      </dsp:txXfrm>
    </dsp:sp>
    <dsp:sp modelId="{3AF9CF35-F354-4C92-8462-6C2C3B7CD935}">
      <dsp:nvSpPr>
        <dsp:cNvPr id="0" name=""/>
        <dsp:cNvSpPr/>
      </dsp:nvSpPr>
      <dsp:spPr>
        <a:xfrm>
          <a:off x="2423127" y="3107088"/>
          <a:ext cx="1269206" cy="130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87"/>
              </a:lnTo>
              <a:lnTo>
                <a:pt x="1269206" y="65087"/>
              </a:lnTo>
              <a:lnTo>
                <a:pt x="1269206" y="13017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66BA60-F582-48DF-96E1-42C9188863E0}">
      <dsp:nvSpPr>
        <dsp:cNvPr id="0" name=""/>
        <dsp:cNvSpPr/>
      </dsp:nvSpPr>
      <dsp:spPr>
        <a:xfrm>
          <a:off x="3448255" y="3237263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I2C.h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3457787" y="3246795"/>
        <a:ext cx="469092" cy="306373"/>
      </dsp:txXfrm>
    </dsp:sp>
    <dsp:sp modelId="{11BCBAC3-4338-4D1F-996B-791A6D421E13}">
      <dsp:nvSpPr>
        <dsp:cNvPr id="0" name=""/>
        <dsp:cNvSpPr/>
      </dsp:nvSpPr>
      <dsp:spPr>
        <a:xfrm>
          <a:off x="869824" y="1711687"/>
          <a:ext cx="2187905" cy="10699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4981"/>
              </a:lnTo>
              <a:lnTo>
                <a:pt x="2187905" y="534981"/>
              </a:lnTo>
              <a:lnTo>
                <a:pt x="2187905" y="1069963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7A1342-CAA0-45C9-9FB1-A6C02258C866}">
      <dsp:nvSpPr>
        <dsp:cNvPr id="0" name=""/>
        <dsp:cNvSpPr/>
      </dsp:nvSpPr>
      <dsp:spPr>
        <a:xfrm>
          <a:off x="2813652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MCU Wrappers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2823184" y="2791183"/>
        <a:ext cx="469092" cy="306373"/>
      </dsp:txXfrm>
    </dsp:sp>
    <dsp:sp modelId="{E56BF060-CE11-4DA0-A784-57EA414518AE}">
      <dsp:nvSpPr>
        <dsp:cNvPr id="0" name=""/>
        <dsp:cNvSpPr/>
      </dsp:nvSpPr>
      <dsp:spPr>
        <a:xfrm>
          <a:off x="6117654" y="658931"/>
          <a:ext cx="91440" cy="6927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6388"/>
              </a:lnTo>
              <a:lnTo>
                <a:pt x="113091" y="346388"/>
              </a:lnTo>
              <a:lnTo>
                <a:pt x="113091" y="692776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31ACF3-1FC9-4379-8502-52EF09D2C887}">
      <dsp:nvSpPr>
        <dsp:cNvPr id="0" name=""/>
        <dsp:cNvSpPr/>
      </dsp:nvSpPr>
      <dsp:spPr>
        <a:xfrm>
          <a:off x="5776086" y="1351708"/>
          <a:ext cx="909317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Middleware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5785618" y="1361240"/>
        <a:ext cx="890253" cy="306373"/>
      </dsp:txXfrm>
    </dsp:sp>
    <dsp:sp modelId="{26A09930-D7A0-415A-9C77-A66EB5E386BD}">
      <dsp:nvSpPr>
        <dsp:cNvPr id="0" name=""/>
        <dsp:cNvSpPr/>
      </dsp:nvSpPr>
      <dsp:spPr>
        <a:xfrm>
          <a:off x="3692333" y="1677145"/>
          <a:ext cx="2538412" cy="1104505"/>
        </a:xfrm>
        <a:custGeom>
          <a:avLst/>
          <a:gdLst/>
          <a:ahLst/>
          <a:cxnLst/>
          <a:rect l="0" t="0" r="0" b="0"/>
          <a:pathLst>
            <a:path>
              <a:moveTo>
                <a:pt x="2538412" y="0"/>
              </a:moveTo>
              <a:lnTo>
                <a:pt x="2538412" y="552252"/>
              </a:lnTo>
              <a:lnTo>
                <a:pt x="0" y="552252"/>
              </a:lnTo>
              <a:lnTo>
                <a:pt x="0" y="110450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2D8FE6-4464-4551-9BFB-3314B9AEFB19}">
      <dsp:nvSpPr>
        <dsp:cNvPr id="0" name=""/>
        <dsp:cNvSpPr/>
      </dsp:nvSpPr>
      <dsp:spPr>
        <a:xfrm>
          <a:off x="3448255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Serial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3457787" y="2791183"/>
        <a:ext cx="469092" cy="306373"/>
      </dsp:txXfrm>
    </dsp:sp>
    <dsp:sp modelId="{B4583DB6-1E90-494C-B04E-180A295A55A3}">
      <dsp:nvSpPr>
        <dsp:cNvPr id="0" name=""/>
        <dsp:cNvSpPr/>
      </dsp:nvSpPr>
      <dsp:spPr>
        <a:xfrm>
          <a:off x="4326936" y="1677145"/>
          <a:ext cx="1903809" cy="1104505"/>
        </a:xfrm>
        <a:custGeom>
          <a:avLst/>
          <a:gdLst/>
          <a:ahLst/>
          <a:cxnLst/>
          <a:rect l="0" t="0" r="0" b="0"/>
          <a:pathLst>
            <a:path>
              <a:moveTo>
                <a:pt x="1903809" y="0"/>
              </a:moveTo>
              <a:lnTo>
                <a:pt x="1903809" y="552252"/>
              </a:lnTo>
              <a:lnTo>
                <a:pt x="0" y="552252"/>
              </a:lnTo>
              <a:lnTo>
                <a:pt x="0" y="110450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4A6D7C-A088-45EC-BC17-E9EF74FE83B5}">
      <dsp:nvSpPr>
        <dsp:cNvPr id="0" name=""/>
        <dsp:cNvSpPr/>
      </dsp:nvSpPr>
      <dsp:spPr>
        <a:xfrm>
          <a:off x="4082858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Portal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4092390" y="2791183"/>
        <a:ext cx="469092" cy="306373"/>
      </dsp:txXfrm>
    </dsp:sp>
    <dsp:sp modelId="{0B3E6A72-E502-49E4-B93D-BB9F62F95EDE}">
      <dsp:nvSpPr>
        <dsp:cNvPr id="0" name=""/>
        <dsp:cNvSpPr/>
      </dsp:nvSpPr>
      <dsp:spPr>
        <a:xfrm>
          <a:off x="4961539" y="1677145"/>
          <a:ext cx="1269206" cy="1104505"/>
        </a:xfrm>
        <a:custGeom>
          <a:avLst/>
          <a:gdLst/>
          <a:ahLst/>
          <a:cxnLst/>
          <a:rect l="0" t="0" r="0" b="0"/>
          <a:pathLst>
            <a:path>
              <a:moveTo>
                <a:pt x="1269206" y="0"/>
              </a:moveTo>
              <a:lnTo>
                <a:pt x="1269206" y="552252"/>
              </a:lnTo>
              <a:lnTo>
                <a:pt x="0" y="552252"/>
              </a:lnTo>
              <a:lnTo>
                <a:pt x="0" y="110450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F3F73-E30A-4EFF-9686-81FBA453607C}">
      <dsp:nvSpPr>
        <dsp:cNvPr id="0" name=""/>
        <dsp:cNvSpPr/>
      </dsp:nvSpPr>
      <dsp:spPr>
        <a:xfrm>
          <a:off x="4717461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Debug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4726993" y="2791183"/>
        <a:ext cx="469092" cy="306373"/>
      </dsp:txXfrm>
    </dsp:sp>
    <dsp:sp modelId="{C8C6078E-960B-4317-A1FE-9A66F8B7BA0F}">
      <dsp:nvSpPr>
        <dsp:cNvPr id="0" name=""/>
        <dsp:cNvSpPr/>
      </dsp:nvSpPr>
      <dsp:spPr>
        <a:xfrm>
          <a:off x="5596142" y="1677145"/>
          <a:ext cx="634603" cy="1104505"/>
        </a:xfrm>
        <a:custGeom>
          <a:avLst/>
          <a:gdLst/>
          <a:ahLst/>
          <a:cxnLst/>
          <a:rect l="0" t="0" r="0" b="0"/>
          <a:pathLst>
            <a:path>
              <a:moveTo>
                <a:pt x="634603" y="0"/>
              </a:moveTo>
              <a:lnTo>
                <a:pt x="634603" y="552252"/>
              </a:lnTo>
              <a:lnTo>
                <a:pt x="0" y="552252"/>
              </a:lnTo>
              <a:lnTo>
                <a:pt x="0" y="110450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957226-79EA-40B4-98D3-658112611D45}">
      <dsp:nvSpPr>
        <dsp:cNvPr id="0" name=""/>
        <dsp:cNvSpPr/>
      </dsp:nvSpPr>
      <dsp:spPr>
        <a:xfrm>
          <a:off x="5352064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Fault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5361596" y="2791183"/>
        <a:ext cx="469092" cy="306373"/>
      </dsp:txXfrm>
    </dsp:sp>
    <dsp:sp modelId="{7D5DAFF4-2240-40ED-8E89-82E0E27C963A}">
      <dsp:nvSpPr>
        <dsp:cNvPr id="0" name=""/>
        <dsp:cNvSpPr/>
      </dsp:nvSpPr>
      <dsp:spPr>
        <a:xfrm>
          <a:off x="6185025" y="1677145"/>
          <a:ext cx="91440" cy="110450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0450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89ACC2-DDD9-4A58-AFFE-DD7F7A92DF46}">
      <dsp:nvSpPr>
        <dsp:cNvPr id="0" name=""/>
        <dsp:cNvSpPr/>
      </dsp:nvSpPr>
      <dsp:spPr>
        <a:xfrm>
          <a:off x="5986667" y="2781651"/>
          <a:ext cx="488156" cy="325437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70AD47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Storage</a:t>
          </a:r>
          <a:endParaRPr lang="en-UM" sz="9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5996199" y="2791183"/>
        <a:ext cx="469092" cy="306373"/>
      </dsp:txXfrm>
    </dsp:sp>
    <dsp:sp modelId="{80B9C36B-B2BE-400D-B5E7-931B324DFE8E}">
      <dsp:nvSpPr>
        <dsp:cNvPr id="0" name=""/>
        <dsp:cNvSpPr/>
      </dsp:nvSpPr>
      <dsp:spPr>
        <a:xfrm>
          <a:off x="6163374" y="658931"/>
          <a:ext cx="4484981" cy="734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113"/>
              </a:lnTo>
              <a:lnTo>
                <a:pt x="4484981" y="367113"/>
              </a:lnTo>
              <a:lnTo>
                <a:pt x="4484981" y="734227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2D26AA-7536-4989-A280-88C3CE0A5878}">
      <dsp:nvSpPr>
        <dsp:cNvPr id="0" name=""/>
        <dsp:cNvSpPr/>
      </dsp:nvSpPr>
      <dsp:spPr>
        <a:xfrm>
          <a:off x="10311173" y="1393159"/>
          <a:ext cx="674363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Device</a:t>
          </a:r>
          <a:endParaRPr lang="en-UM" sz="1000" kern="1200" dirty="0"/>
        </a:p>
      </dsp:txBody>
      <dsp:txXfrm>
        <a:off x="10320705" y="1402691"/>
        <a:ext cx="655299" cy="306373"/>
      </dsp:txXfrm>
    </dsp:sp>
    <dsp:sp modelId="{C54274FA-2855-4BF8-BA88-B4FE8E8B15D3}">
      <dsp:nvSpPr>
        <dsp:cNvPr id="0" name=""/>
        <dsp:cNvSpPr/>
      </dsp:nvSpPr>
      <dsp:spPr>
        <a:xfrm>
          <a:off x="6865348" y="1718596"/>
          <a:ext cx="3783006" cy="1063054"/>
        </a:xfrm>
        <a:custGeom>
          <a:avLst/>
          <a:gdLst/>
          <a:ahLst/>
          <a:cxnLst/>
          <a:rect l="0" t="0" r="0" b="0"/>
          <a:pathLst>
            <a:path>
              <a:moveTo>
                <a:pt x="3783006" y="0"/>
              </a:moveTo>
              <a:lnTo>
                <a:pt x="3783006" y="531527"/>
              </a:lnTo>
              <a:lnTo>
                <a:pt x="0" y="531527"/>
              </a:lnTo>
              <a:lnTo>
                <a:pt x="0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EB56A3-24BA-4905-8B3A-E0F403EDA663}">
      <dsp:nvSpPr>
        <dsp:cNvPr id="0" name=""/>
        <dsp:cNvSpPr/>
      </dsp:nvSpPr>
      <dsp:spPr>
        <a:xfrm>
          <a:off x="6621270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LCD1602</a:t>
          </a:r>
          <a:endParaRPr lang="en-UM" sz="1000" kern="1200" dirty="0"/>
        </a:p>
      </dsp:txBody>
      <dsp:txXfrm>
        <a:off x="6630802" y="2791183"/>
        <a:ext cx="469092" cy="306373"/>
      </dsp:txXfrm>
    </dsp:sp>
    <dsp:sp modelId="{C6CCE1EA-A885-4F8B-83D5-729956E8BE6C}">
      <dsp:nvSpPr>
        <dsp:cNvPr id="0" name=""/>
        <dsp:cNvSpPr/>
      </dsp:nvSpPr>
      <dsp:spPr>
        <a:xfrm>
          <a:off x="7499952" y="1718596"/>
          <a:ext cx="3148403" cy="1063054"/>
        </a:xfrm>
        <a:custGeom>
          <a:avLst/>
          <a:gdLst/>
          <a:ahLst/>
          <a:cxnLst/>
          <a:rect l="0" t="0" r="0" b="0"/>
          <a:pathLst>
            <a:path>
              <a:moveTo>
                <a:pt x="3148403" y="0"/>
              </a:moveTo>
              <a:lnTo>
                <a:pt x="3148403" y="531527"/>
              </a:lnTo>
              <a:lnTo>
                <a:pt x="0" y="531527"/>
              </a:lnTo>
              <a:lnTo>
                <a:pt x="0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222AAB-3407-420A-8A94-DD0890CFD444}">
      <dsp:nvSpPr>
        <dsp:cNvPr id="0" name=""/>
        <dsp:cNvSpPr/>
      </dsp:nvSpPr>
      <dsp:spPr>
        <a:xfrm>
          <a:off x="7255873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LCD12864</a:t>
          </a:r>
          <a:endParaRPr lang="en-UM" sz="1000" kern="1200" dirty="0"/>
        </a:p>
      </dsp:txBody>
      <dsp:txXfrm>
        <a:off x="7265405" y="2791183"/>
        <a:ext cx="469092" cy="306373"/>
      </dsp:txXfrm>
    </dsp:sp>
    <dsp:sp modelId="{42E43061-3484-4225-8BC9-F661263DFE0F}">
      <dsp:nvSpPr>
        <dsp:cNvPr id="0" name=""/>
        <dsp:cNvSpPr/>
      </dsp:nvSpPr>
      <dsp:spPr>
        <a:xfrm>
          <a:off x="8134555" y="1718596"/>
          <a:ext cx="2513800" cy="1063054"/>
        </a:xfrm>
        <a:custGeom>
          <a:avLst/>
          <a:gdLst/>
          <a:ahLst/>
          <a:cxnLst/>
          <a:rect l="0" t="0" r="0" b="0"/>
          <a:pathLst>
            <a:path>
              <a:moveTo>
                <a:pt x="2513800" y="0"/>
              </a:moveTo>
              <a:lnTo>
                <a:pt x="2513800" y="531527"/>
              </a:lnTo>
              <a:lnTo>
                <a:pt x="0" y="531527"/>
              </a:lnTo>
              <a:lnTo>
                <a:pt x="0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865DFE-77BD-4A31-956F-AA2D821C6FDE}">
      <dsp:nvSpPr>
        <dsp:cNvPr id="0" name=""/>
        <dsp:cNvSpPr/>
      </dsp:nvSpPr>
      <dsp:spPr>
        <a:xfrm>
          <a:off x="7890477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RGB TFT</a:t>
          </a:r>
          <a:endParaRPr lang="en-UM" sz="1000" kern="1200" dirty="0"/>
        </a:p>
      </dsp:txBody>
      <dsp:txXfrm>
        <a:off x="7900009" y="2791183"/>
        <a:ext cx="469092" cy="306373"/>
      </dsp:txXfrm>
    </dsp:sp>
    <dsp:sp modelId="{0180638C-D068-4DB2-9929-DF62F8EB1956}">
      <dsp:nvSpPr>
        <dsp:cNvPr id="0" name=""/>
        <dsp:cNvSpPr/>
      </dsp:nvSpPr>
      <dsp:spPr>
        <a:xfrm>
          <a:off x="8769158" y="1718596"/>
          <a:ext cx="1879197" cy="1063054"/>
        </a:xfrm>
        <a:custGeom>
          <a:avLst/>
          <a:gdLst/>
          <a:ahLst/>
          <a:cxnLst/>
          <a:rect l="0" t="0" r="0" b="0"/>
          <a:pathLst>
            <a:path>
              <a:moveTo>
                <a:pt x="1879197" y="0"/>
              </a:moveTo>
              <a:lnTo>
                <a:pt x="1879197" y="531527"/>
              </a:lnTo>
              <a:lnTo>
                <a:pt x="0" y="531527"/>
              </a:lnTo>
              <a:lnTo>
                <a:pt x="0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3F454-2CE1-42CF-B2A0-6A62B91F111F}">
      <dsp:nvSpPr>
        <dsp:cNvPr id="0" name=""/>
        <dsp:cNvSpPr/>
      </dsp:nvSpPr>
      <dsp:spPr>
        <a:xfrm>
          <a:off x="8525080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Touch</a:t>
          </a:r>
          <a:endParaRPr lang="en-UM" sz="1000" kern="1200" dirty="0"/>
        </a:p>
      </dsp:txBody>
      <dsp:txXfrm>
        <a:off x="8534612" y="2791183"/>
        <a:ext cx="469092" cy="306373"/>
      </dsp:txXfrm>
    </dsp:sp>
    <dsp:sp modelId="{FE40E363-D75E-44AE-A06A-3C7D1DDF167F}">
      <dsp:nvSpPr>
        <dsp:cNvPr id="0" name=""/>
        <dsp:cNvSpPr/>
      </dsp:nvSpPr>
      <dsp:spPr>
        <a:xfrm>
          <a:off x="9403761" y="1718596"/>
          <a:ext cx="1244594" cy="1063054"/>
        </a:xfrm>
        <a:custGeom>
          <a:avLst/>
          <a:gdLst/>
          <a:ahLst/>
          <a:cxnLst/>
          <a:rect l="0" t="0" r="0" b="0"/>
          <a:pathLst>
            <a:path>
              <a:moveTo>
                <a:pt x="1244594" y="0"/>
              </a:moveTo>
              <a:lnTo>
                <a:pt x="1244594" y="531527"/>
              </a:lnTo>
              <a:lnTo>
                <a:pt x="0" y="531527"/>
              </a:lnTo>
              <a:lnTo>
                <a:pt x="0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5610F-8AA0-4A4D-B0FC-5111854F3F33}">
      <dsp:nvSpPr>
        <dsp:cNvPr id="0" name=""/>
        <dsp:cNvSpPr/>
      </dsp:nvSpPr>
      <dsp:spPr>
        <a:xfrm>
          <a:off x="9159683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Motor</a:t>
          </a:r>
          <a:endParaRPr lang="en-UM" sz="1000" kern="1200" dirty="0"/>
        </a:p>
      </dsp:txBody>
      <dsp:txXfrm>
        <a:off x="9169215" y="2791183"/>
        <a:ext cx="469092" cy="306373"/>
      </dsp:txXfrm>
    </dsp:sp>
    <dsp:sp modelId="{BED9ABE1-74FD-425F-AF50-432A086EFB6A}">
      <dsp:nvSpPr>
        <dsp:cNvPr id="0" name=""/>
        <dsp:cNvSpPr/>
      </dsp:nvSpPr>
      <dsp:spPr>
        <a:xfrm>
          <a:off x="10038364" y="1718596"/>
          <a:ext cx="609991" cy="1063054"/>
        </a:xfrm>
        <a:custGeom>
          <a:avLst/>
          <a:gdLst/>
          <a:ahLst/>
          <a:cxnLst/>
          <a:rect l="0" t="0" r="0" b="0"/>
          <a:pathLst>
            <a:path>
              <a:moveTo>
                <a:pt x="609991" y="0"/>
              </a:moveTo>
              <a:lnTo>
                <a:pt x="609991" y="531527"/>
              </a:lnTo>
              <a:lnTo>
                <a:pt x="0" y="531527"/>
              </a:lnTo>
              <a:lnTo>
                <a:pt x="0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487D71-6214-407A-A92F-6DC31B412675}">
      <dsp:nvSpPr>
        <dsp:cNvPr id="0" name=""/>
        <dsp:cNvSpPr/>
      </dsp:nvSpPr>
      <dsp:spPr>
        <a:xfrm>
          <a:off x="9794286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Actuator</a:t>
          </a:r>
          <a:endParaRPr lang="en-UM" sz="1000" kern="1200" dirty="0"/>
        </a:p>
      </dsp:txBody>
      <dsp:txXfrm>
        <a:off x="9803818" y="2791183"/>
        <a:ext cx="469092" cy="306373"/>
      </dsp:txXfrm>
    </dsp:sp>
    <dsp:sp modelId="{E41C5880-7B1B-4DAB-B0E7-A987DC7F892D}">
      <dsp:nvSpPr>
        <dsp:cNvPr id="0" name=""/>
        <dsp:cNvSpPr/>
      </dsp:nvSpPr>
      <dsp:spPr>
        <a:xfrm>
          <a:off x="10602635" y="1718596"/>
          <a:ext cx="91440" cy="10630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1527"/>
              </a:lnTo>
              <a:lnTo>
                <a:pt x="70332" y="531527"/>
              </a:lnTo>
              <a:lnTo>
                <a:pt x="70332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CF2859-E745-41FA-A4DB-98D4AB2B3288}">
      <dsp:nvSpPr>
        <dsp:cNvPr id="0" name=""/>
        <dsp:cNvSpPr/>
      </dsp:nvSpPr>
      <dsp:spPr>
        <a:xfrm>
          <a:off x="10428889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Switches</a:t>
          </a:r>
          <a:endParaRPr lang="en-UM" sz="1000" kern="1200" dirty="0"/>
        </a:p>
      </dsp:txBody>
      <dsp:txXfrm>
        <a:off x="10438421" y="2791183"/>
        <a:ext cx="469092" cy="306373"/>
      </dsp:txXfrm>
    </dsp:sp>
    <dsp:sp modelId="{ED3B0F01-A9B6-416E-B774-0B06023C9765}">
      <dsp:nvSpPr>
        <dsp:cNvPr id="0" name=""/>
        <dsp:cNvSpPr/>
      </dsp:nvSpPr>
      <dsp:spPr>
        <a:xfrm>
          <a:off x="10648355" y="1718596"/>
          <a:ext cx="659215" cy="1063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527"/>
              </a:lnTo>
              <a:lnTo>
                <a:pt x="659215" y="531527"/>
              </a:lnTo>
              <a:lnTo>
                <a:pt x="659215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78A4AE-4DFA-4178-BE42-370B268995E3}">
      <dsp:nvSpPr>
        <dsp:cNvPr id="0" name=""/>
        <dsp:cNvSpPr/>
      </dsp:nvSpPr>
      <dsp:spPr>
        <a:xfrm>
          <a:off x="11063492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LED Matrix</a:t>
          </a:r>
          <a:endParaRPr lang="en-UM" sz="1000" kern="1200" dirty="0"/>
        </a:p>
      </dsp:txBody>
      <dsp:txXfrm>
        <a:off x="11073024" y="2791183"/>
        <a:ext cx="469092" cy="306373"/>
      </dsp:txXfrm>
    </dsp:sp>
    <dsp:sp modelId="{932F5401-4B65-4A67-A736-1A6169534797}">
      <dsp:nvSpPr>
        <dsp:cNvPr id="0" name=""/>
        <dsp:cNvSpPr/>
      </dsp:nvSpPr>
      <dsp:spPr>
        <a:xfrm>
          <a:off x="10648355" y="1718596"/>
          <a:ext cx="1293818" cy="1063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527"/>
              </a:lnTo>
              <a:lnTo>
                <a:pt x="1293818" y="531527"/>
              </a:lnTo>
              <a:lnTo>
                <a:pt x="1293818" y="1063054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B725DF-A0AC-43F5-829B-71E259FD90D2}">
      <dsp:nvSpPr>
        <dsp:cNvPr id="0" name=""/>
        <dsp:cNvSpPr/>
      </dsp:nvSpPr>
      <dsp:spPr>
        <a:xfrm>
          <a:off x="11698095" y="2781651"/>
          <a:ext cx="488156" cy="3254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Keypad Matrix</a:t>
          </a:r>
          <a:endParaRPr lang="en-UM" sz="1000" kern="1200" dirty="0"/>
        </a:p>
      </dsp:txBody>
      <dsp:txXfrm>
        <a:off x="11707627" y="2791183"/>
        <a:ext cx="469092" cy="306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2CC0B-5045-4E92-CDD9-651960EC1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AF2D4-79E5-D1EF-7011-508D50B88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B1403-3C7E-490F-397A-A03FFA9B7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AB2DC-A4CC-DDF2-E18D-57BB2B51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42DAF-3A95-06A2-69B7-BD3849BA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05565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8FC8-566C-08B2-7B70-D85C3521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C4E56-8AD0-95D1-502D-F028315DE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76D2D-EA29-57D1-0D03-1025DC54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65AF0-C5A4-1153-0386-A2B4ACA6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6C727-70A1-EA2D-3E96-1D636781A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73349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6F4F-C484-B660-5CF0-93830FCA7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14052-54FD-88B4-8975-7D640AD4A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2873C-5620-EDCB-4A44-E75DEA7E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5BA71-45FE-B84E-04E9-5BA89610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9B217-30D0-AD51-5A69-9F67A83C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64715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DE9B-B8EA-398C-08BC-8E72C78E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95586-D678-F2D6-FD48-A46611053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C7B0F-9EAE-798B-0E2B-04C7469ED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71E01-7734-24EB-74F7-A6B656FC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4329E-2343-C8CB-E51C-FFE6C556E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52EAB-EFA4-676D-6654-C67DFD70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48430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A6D8-EFE1-C03D-5DF3-95AC14C6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69974-2EFF-F057-5371-38A4B3BD8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5AB7C-EFC2-BFC9-7B9C-F357E73FC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B0568-A72E-06AC-AAB7-2A2B14CA7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3AB6D-72E4-A35B-7E7D-16F5FC9FC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903D8-0574-ACE5-DB97-23A12B33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5C5CD-8B75-D3EA-8AA0-AC668F8B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70AD0-08B9-CA93-EB07-CEF1F7AF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47848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6643-AA11-CF44-8247-F837875F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BEDCC-720C-1C78-2321-65D77EF0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908C1-1CE1-B29D-4D80-CD843DB3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8557BC-8C23-6FAF-841B-8753A1C5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86867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CFBDB-6DC9-AE4A-A207-D2D036BF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4FE81-D26E-E3FB-5423-7D87432D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7798B-0441-2533-25DE-64EC5F01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25700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1A56-BF6E-1EC0-09D8-8F9A0A87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FD1C1-A9B5-D05F-C14B-4CC8A3E90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00863-0AE4-F779-6AF2-DA7CFD106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295E2-519F-4179-4900-37451EE8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D1C88-0A98-1CCA-9B45-C4ED6AA9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F33FF-CFD9-9EBE-134C-6C16E2C79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85493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2138-5B7C-7A66-D53D-3EC3C223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8697F-A6B8-8254-B1F2-D971ABBF4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610E8-73B8-4B99-A8C9-A4B6ABED9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2E56A-9926-BD55-B632-93195948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AA4E4-24B0-B649-5BF1-DEE39BE0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F58AF-3031-B5C7-5984-7A571D78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72659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FF78-F41D-9403-9A44-BC40585B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40BB4-8D38-5FE4-FC18-2A44F0468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9B5FA-7BAB-089A-6951-83DFB887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778C3-74FE-EB46-116A-47453756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A0CB3-D373-BBD0-06AD-65ECC027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102908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1F152-590F-20DF-7172-D476A982A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6B734-1101-32D2-E9A1-23536B670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637-C38D-4D2F-C89C-599A39CE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95726-8241-C711-8354-0F9D1D1A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16E9A-AF93-61FD-74F1-FD259C7B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333608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E4107-C45F-BE9B-608C-5A262CA74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8D556-332F-57A9-7C97-EEFEF0FF9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593EB-1704-C9DC-7AE4-8A4BF258F7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71B75-A1B5-49AF-89D7-252DA55CE2DC}" type="datetimeFigureOut">
              <a:rPr lang="en-UM" smtClean="0"/>
              <a:t>Apr 6, 2024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091D7-C3AF-0718-2A24-085D0592F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F11F-57FA-1CA5-847C-B0E33511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6A98F-90A6-4D13-839C-F603B6BB1520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72559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9AE5-9A60-1AFF-4F44-89BA7D8628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GetSetGo</a:t>
            </a:r>
            <a:endParaRPr lang="en-U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852B-31E6-724A-37F2-8539B46FD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20375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7175-565F-03B9-F2C4-46C8547B4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/>
          </a:bodyPr>
          <a:lstStyle/>
          <a:p>
            <a:pPr algn="ctr"/>
            <a:r>
              <a:rPr lang="en-US" sz="1600" dirty="0"/>
              <a:t>Block Diagram</a:t>
            </a:r>
            <a:endParaRPr lang="en-UM" sz="1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772679-D6DA-60BD-01F3-4640B2792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014793"/>
              </p:ext>
            </p:extLst>
          </p:nvPr>
        </p:nvGraphicFramePr>
        <p:xfrm>
          <a:off x="0" y="899160"/>
          <a:ext cx="12192000" cy="5277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414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52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GetSetGo</vt:lpstr>
      <vt:lpstr>Block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GetSetGo</dc:title>
  <dc:creator>Maneesh Verma</dc:creator>
  <cp:lastModifiedBy>Maneesh Verma</cp:lastModifiedBy>
  <cp:revision>25</cp:revision>
  <dcterms:created xsi:type="dcterms:W3CDTF">2024-04-06T17:16:43Z</dcterms:created>
  <dcterms:modified xsi:type="dcterms:W3CDTF">2024-04-06T18:47:12Z</dcterms:modified>
</cp:coreProperties>
</file>